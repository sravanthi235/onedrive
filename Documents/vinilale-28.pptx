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63" r:id="rId9"/>
    <p:sldId id="274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宋体" charset="0"/>
        <a:cs typeface="Droid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 autoAdjust="0"/>
  </p:normalViewPr>
  <p:slideViewPr>
    <p:cSldViewPr snapToGrid="0" snapToObjects="1">
      <p:cViewPr>
        <p:scale>
          <a:sx n="66" d="100"/>
          <a:sy n="66" d="100"/>
        </p:scale>
        <p:origin x="1930" y="31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4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0" i="0" u="none" strike="noStrike" kern="1200" cap="none" spc="0" baseline="0">
                <a:solidFill>
                  <a:schemeClr val="tx1"/>
                </a:solidFill>
                <a:latin typeface="Calibri" charset="0"/>
                <a:ea typeface="宋体" charset="0"/>
                <a:cs typeface="Lucida Sans" charset="0"/>
              </a:rPr>
              <a:t>Click to edit Master title style</a:t>
            </a:r>
            <a:endParaRPr lang="zh-CN" altLang="en-US" sz="44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</p:txBody>
      </p:sp>
      <p:sp>
        <p:nvSpPr>
          <p:cNvPr id="8" name="文本框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Lucida Sans" charset="0"/>
              </a:rPr>
              <a:t>Click to edit Master subtitle style</a:t>
            </a:r>
            <a:endParaRPr lang="zh-CN" altLang="en-US" sz="3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Lucida Sans" charset="0"/>
            </a:endParaRPr>
          </a:p>
        </p:txBody>
      </p:sp>
      <p:sp>
        <p:nvSpPr>
          <p:cNvPr id="9" name="文本框"/>
          <p:cNvSpPr>
            <a:spLocks noGrp="1"/>
          </p:cNvSpPr>
          <p:nvPr>
            <p:ph type="dt" idx="10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0" name="文本框"/>
          <p:cNvSpPr>
            <a:spLocks noGrp="1"/>
          </p:cNvSpPr>
          <p:nvPr>
            <p:ph type="ftr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11" name="文本框"/>
          <p:cNvSpPr>
            <a:spLocks noGrp="1"/>
          </p:cNvSpPr>
          <p:nvPr>
            <p:ph type="sldNum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 b="0" i="0" u="none" strike="noStrike" kern="1200" cap="none" spc="0" baseline="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000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7740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96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3636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861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457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110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390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525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973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2025/10/23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302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18" name="文本框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9" name="文本框"/>
          <p:cNvSpPr>
            <a:spLocks noGrp="1"/>
          </p:cNvSpPr>
          <p:nvPr>
            <p:ph type="dt" idx="10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0" name="文本框"/>
          <p:cNvSpPr>
            <a:spLocks noGrp="1"/>
          </p:cNvSpPr>
          <p:nvPr>
            <p:ph type="ftr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21" name="文本框"/>
          <p:cNvSpPr>
            <a:spLocks noGrp="1"/>
          </p:cNvSpPr>
          <p:nvPr>
            <p:ph type="sldNum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661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文本框"/>
          <p:cNvSpPr>
            <a:spLocks noGrp="1"/>
          </p:cNvSpPr>
          <p:nvPr>
            <p:ph type="dt" idx="10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37" name="文本框"/>
          <p:cNvSpPr>
            <a:spLocks noGrp="1"/>
          </p:cNvSpPr>
          <p:nvPr>
            <p:ph type="ftr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38" name="文本框"/>
          <p:cNvSpPr>
            <a:spLocks noGrp="1"/>
          </p:cNvSpPr>
          <p:nvPr>
            <p:ph type="sldNum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1371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>
            <a:off x="457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10/23/2025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>
            <a:off x="3124200" y="6356349"/>
            <a:ext cx="2895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>
            <a:off x="6553200" y="6356349"/>
            <a:ext cx="21336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charset="0"/>
                <a:ea typeface="宋体" charset="0"/>
                <a:cs typeface="Calibri" charset="0"/>
              </a:rPr>
              <a:t>‹#›</a:t>
            </a:fld>
            <a:endParaRPr lang="zh-CN" altLang="en-US" sz="1200">
              <a:solidFill>
                <a:srgbClr val="898989"/>
              </a:solidFill>
              <a:latin typeface="Calibri" charset="0"/>
              <a:ea typeface="宋体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6933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Calibri" charset="0"/>
          <a:ea typeface="宋体" charset="0"/>
          <a:cs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"/>
          <p:cNvSpPr>
            <a:spLocks noGrp="1"/>
          </p:cNvSpPr>
          <p:nvPr>
            <p:ph type="ctrTitle"/>
          </p:nvPr>
        </p:nvSpPr>
        <p:spPr>
          <a:xfrm>
            <a:off x="685800" y="1730478"/>
            <a:ext cx="7772400" cy="68825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rgbClr val="00B05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Department of Electronics &amp; Communication Engineering</a:t>
            </a:r>
            <a:endParaRPr lang="zh-CN" altLang="en-US" sz="2400" b="0" i="0" u="none" strike="noStrike" kern="1200" cap="none" spc="0" baseline="0">
              <a:solidFill>
                <a:srgbClr val="00B05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pic>
        <p:nvPicPr>
          <p:cNvPr id="13" name="图片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0773" y="260648"/>
            <a:ext cx="8131278" cy="13959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14" name="矩形"/>
          <p:cNvSpPr>
            <a:spLocks/>
          </p:cNvSpPr>
          <p:nvPr/>
        </p:nvSpPr>
        <p:spPr>
          <a:xfrm>
            <a:off x="1868128" y="2492591"/>
            <a:ext cx="4989871" cy="220316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AN</a:t>
            </a:r>
            <a:r>
              <a:rPr lang="en-US" altLang="zh-CN" sz="24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24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INTERNSHIP</a:t>
            </a:r>
            <a:r>
              <a:rPr lang="en-US" altLang="zh-CN" sz="2400" b="0" i="0" u="none" strike="noStrike" kern="1200" cap="none" spc="-13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2400" b="0" i="0" u="none" strike="noStrike" kern="1200" cap="none" spc="-5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PRESENTATION</a:t>
            </a:r>
            <a:r>
              <a:rPr lang="en-US" altLang="zh-CN" sz="24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ON</a:t>
            </a: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EMBEDDED SYSTEMS</a:t>
            </a:r>
            <a:endParaRPr lang="en-US" altLang="zh-CN" sz="20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TRAINING</a:t>
            </a:r>
            <a:r>
              <a:rPr lang="en-US" altLang="zh-CN" sz="18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18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CARRIED</a:t>
            </a:r>
            <a:r>
              <a:rPr lang="en-US" altLang="zh-CN" sz="1800" b="0" i="0" u="none" strike="noStrike" kern="1200" cap="none" spc="-1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OUT </a:t>
            </a:r>
            <a:r>
              <a:rPr lang="en-US" altLang="zh-CN" sz="1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BY</a:t>
            </a:r>
            <a:r>
              <a:rPr lang="en-US" altLang="zh-CN" sz="1800" b="0" i="0" u="none" strike="noStrike" kern="1200" cap="none" spc="41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</a:p>
          <a:p>
            <a:pPr marL="0" indent="0" algn="ctr">
              <a:lnSpc>
                <a:spcPct val="150000"/>
              </a:lnSpc>
              <a:spcBef>
                <a:spcPts val="104"/>
              </a:spcBef>
              <a:spcAft>
                <a:spcPts val="0"/>
              </a:spcAft>
              <a:buNone/>
            </a:pPr>
            <a:r>
              <a:rPr lang="en-US" altLang="zh-CN" sz="1800" b="1" i="0" u="none" strike="noStrike" kern="1200" cap="none" spc="41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APSSDC</a:t>
            </a:r>
          </a:p>
          <a:p>
            <a:pPr marL="0" indent="0" algn="ctr">
              <a:lnSpc>
                <a:spcPct val="100000"/>
              </a:lnSpc>
              <a:spcBef>
                <a:spcPts val="104"/>
              </a:spcBef>
              <a:spcAft>
                <a:spcPts val="0"/>
              </a:spcAft>
              <a:buNone/>
            </a:pPr>
            <a:endParaRPr lang="zh-CN" altLang="en-US" sz="2000" b="0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5" name="矩形"/>
          <p:cNvSpPr>
            <a:spLocks/>
          </p:cNvSpPr>
          <p:nvPr/>
        </p:nvSpPr>
        <p:spPr>
          <a:xfrm>
            <a:off x="187035" y="4925290"/>
            <a:ext cx="4738925" cy="77457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53213" indent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-5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Under</a:t>
            </a:r>
            <a:r>
              <a:rPr lang="en-US" altLang="zh-CN" sz="1800" b="0" i="0" u="none" strike="noStrike" kern="1200" cap="none" spc="-10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1800" b="0" i="0" u="none" strike="noStrike" kern="1200" cap="none" spc="-5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the</a:t>
            </a:r>
            <a:r>
              <a:rPr lang="en-US" altLang="zh-CN" sz="1800" b="0" i="0" u="none" strike="noStrike" kern="1200" cap="none" spc="0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</a:t>
            </a:r>
            <a:r>
              <a:rPr lang="en-US" altLang="zh-CN" sz="1800" b="0" i="0" u="none" strike="noStrike" kern="1200" cap="none" spc="-5" baseline="0" dirty="0">
                <a:solidFill>
                  <a:srgbClr val="221F1F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Faculty Guidance of</a:t>
            </a:r>
            <a:endParaRPr lang="en-US" altLang="zh-CN" sz="1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12700" indent="0" algn="l">
              <a:lnSpc>
                <a:spcPct val="100000"/>
              </a:lnSpc>
              <a:spcBef>
                <a:spcPts val="1025"/>
              </a:spcBef>
              <a:spcAft>
                <a:spcPts val="0"/>
              </a:spcAft>
              <a:buNone/>
            </a:pPr>
            <a:r>
              <a:rPr lang="en-US" altLang="zh-CN" b="1" spc="-65" dirty="0">
                <a:latin typeface="Times New Roman" pitchFamily="18" charset="0"/>
                <a:cs typeface="Times New Roman" pitchFamily="18" charset="0"/>
              </a:rPr>
              <a:t>DR.B.NANCHARAIAH</a:t>
            </a:r>
            <a:endParaRPr lang="zh-CN" altLang="en-US" sz="1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>
            <a:off x="4095115" y="4681855"/>
            <a:ext cx="5048885" cy="16116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12700" indent="139700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lang="en-US" altLang="zh-CN" sz="1800" b="0" i="0" u="none" strike="noStrike" kern="1200" cap="none" spc="-5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12700" indent="139700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altLang="zh-CN" sz="1800" b="0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Presented by       </a:t>
            </a:r>
            <a:r>
              <a:rPr lang="en-US" altLang="zh-CN" sz="1800" b="1" i="0" u="none" strike="noStrike" kern="1200" cap="none" spc="-5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VALLABANENI.VINILA          23NG5A0428</a:t>
            </a:r>
            <a:endParaRPr lang="zh-CN" altLang="en-US" sz="1800" b="1" i="0" u="none" strike="noStrike" kern="1200" cap="none" spc="-5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7863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OUTLINE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3" name="文本框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27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7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Introduction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7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Company Overview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7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Internship Objectives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7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Tasks and Responsibilities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7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Proposed Solution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7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 and Outcomes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7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Challenges and Lessons Learned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7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Future Scope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7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Conclusion</a:t>
            </a:r>
            <a:endParaRPr lang="zh-CN" altLang="en-US" sz="27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39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b="1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INTRODUCTION TO EMBEDDED SYSTEMS</a:t>
            </a:r>
            <a:endParaRPr lang="zh-CN" altLang="en-US" sz="3600" b="1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5" name="文本框"/>
          <p:cNvSpPr>
            <a:spLocks noGrp="1"/>
          </p:cNvSpPr>
          <p:nvPr>
            <p:ph type="body" idx="1"/>
          </p:nvPr>
        </p:nvSpPr>
        <p:spPr>
          <a:xfrm>
            <a:off x="457200" y="1619864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embedded system is a microcontroller or microprocessor-based system, designed to perform a specific function or task within a larger system.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a dedicated function.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Responds to inputs within a defined time limit.</a:t>
            </a:r>
          </a:p>
        </p:txBody>
      </p:sp>
    </p:spTree>
    <p:extLst>
      <p:ext uri="{BB962C8B-B14F-4D97-AF65-F5344CB8AC3E}">
        <p14:creationId xmlns:p14="http://schemas.microsoft.com/office/powerpoint/2010/main" val="151054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"/>
          <p:cNvSpPr>
            <a:spLocks noGrp="1"/>
          </p:cNvSpPr>
          <p:nvPr>
            <p:ph type="body" idx="1"/>
          </p:nvPr>
        </p:nvSpPr>
        <p:spPr>
          <a:xfrm>
            <a:off x="457200" y="383458"/>
            <a:ext cx="8229600" cy="611566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Optimized for power, cost, and performance.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Includes both hardware (e.g., sensors, actuators) and software (firmware).</a:t>
            </a:r>
          </a:p>
          <a:p>
            <a:pPr marL="0" indent="0">
              <a:buNone/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Applications: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Consumer electronics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Healthcare devices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Industrial automation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Defense and aerospace system.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418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OVERVIEW OF THE ORGANIZATION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29" name="文本框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9892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0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Andhra Pradesh State Skill Development Corporation (APSSDC) is a public–private partnership that promotes skill development and entrepreneurship.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The organization collaborates with leading technology companies to offer industry-relevant virtual internships, including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EMBEDDED SYSTEMS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Policy Focus :Skill development,</a:t>
            </a:r>
          </a:p>
          <a:p>
            <a:pPr marL="0" indent="0" algn="just">
              <a:spcBef>
                <a:spcPct val="2000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Entrepreneurship ,and technical education.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954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INTERNSHIP OBJECTIVES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31" name="文本框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27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Understand the fundamentals of Embedded systems.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Gain hands-on experience with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proteus and 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keil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zh-CN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Implement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some projects like lcd display ,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led’s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patterns etc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Learn to 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about sensors ,lcd display ,buzzer etc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Enhance teamwork, project management, and communication skills.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906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608F-EDA9-D8F6-2146-B29224328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TASKS AND RESPONSIBILITES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B10C61C-0B50-AB5B-7E55-46ED4660BF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06375" y="319990"/>
            <a:ext cx="9262090" cy="5677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Simulated and tested embedded circuits using tools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Proteus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Tinkercad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embedded C programs for 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eal-time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control and monitoring applications.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Analyzed hardware and software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efficient system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Documented circuit designs, flowcharts, 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for project development.</a:t>
            </a:r>
          </a:p>
        </p:txBody>
      </p:sp>
    </p:spTree>
    <p:extLst>
      <p:ext uri="{BB962C8B-B14F-4D97-AF65-F5344CB8AC3E}">
        <p14:creationId xmlns:p14="http://schemas.microsoft.com/office/powerpoint/2010/main" val="4214285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4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PROPOSED SOLUTION</a:t>
            </a:r>
            <a:endParaRPr lang="zh-CN" altLang="en-US" sz="4400" b="1" i="0" u="none" strike="noStrike" kern="1200" cap="none" spc="0" baseline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CF113E-2A2A-2D61-FEE8-4907A08C7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57" y="2240177"/>
            <a:ext cx="8146486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915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D3A4B-E692-0BA6-D4E5-C1277CFB1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85" y="462116"/>
            <a:ext cx="8539316" cy="566404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CIRCUIT DIAGRAM: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5A5209-E43A-C24B-1BF8-AAC1D9D13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771506"/>
            <a:ext cx="7883217" cy="402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07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"/>
          <p:cNvSpPr>
            <a:spLocks/>
          </p:cNvSpPr>
          <p:nvPr/>
        </p:nvSpPr>
        <p:spPr>
          <a:xfrm>
            <a:off x="2340077" y="294969"/>
            <a:ext cx="4680155" cy="6915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</a:t>
            </a:r>
            <a:endParaRPr lang="zh-CN" altLang="en-US" sz="4000" b="1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E87E00-AC54-4656-C282-5CE082636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58" y="986483"/>
            <a:ext cx="8809483" cy="23368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C5A6E7-0BCF-B46A-BEDE-5E3F5435B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22" y="3428999"/>
            <a:ext cx="8687553" cy="306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57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"/>
          <p:cNvSpPr>
            <a:spLocks/>
          </p:cNvSpPr>
          <p:nvPr/>
        </p:nvSpPr>
        <p:spPr>
          <a:xfrm>
            <a:off x="2084440" y="285135"/>
            <a:ext cx="4466302" cy="95821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000" b="1" i="0" u="none" strike="noStrike" kern="1200" cap="none" spc="0" baseline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 ACHIEVEMENTS</a:t>
            </a:r>
            <a:endParaRPr lang="en-US" altLang="zh-CN" sz="4000" b="1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800" b="0" i="0" u="none" strike="noStrike" kern="1200" cap="none" spc="0" baseline="0">
              <a:solidFill>
                <a:schemeClr val="tx1"/>
              </a:solidFill>
              <a:latin typeface="Calibri" charset="0"/>
              <a:ea typeface="宋体" charset="0"/>
              <a:cs typeface="Calibri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C8890D-C688-758C-3974-96ED1321C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58" y="1012722"/>
            <a:ext cx="8588484" cy="24875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8F83C5-B7B1-9AFC-F6ED-0E96CC407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58" y="3834580"/>
            <a:ext cx="8740897" cy="2340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184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ACHIEVEMENTS AND OUTCOMES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4" name="文本框"/>
          <p:cNvSpPr>
            <a:spLocks noGrp="1"/>
          </p:cNvSpPr>
          <p:nvPr>
            <p:ph type="body" idx="1"/>
          </p:nvPr>
        </p:nvSpPr>
        <p:spPr>
          <a:xfrm>
            <a:off x="294968" y="884904"/>
            <a:ext cx="8391832" cy="524126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2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Successfully deployed a S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olar charger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Gained practical understanding of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ARDUINO AND TINKER CAD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Improved </a:t>
            </a:r>
            <a:r>
              <a:rPr lang="en-US" altLang="zh-CN" sz="2800" dirty="0" err="1">
                <a:latin typeface="Times New Roman" pitchFamily="18" charset="0"/>
                <a:cs typeface="Times New Roman" pitchFamily="18" charset="0"/>
              </a:rPr>
              <a:t>keil</a:t>
            </a:r>
            <a:r>
              <a:rPr lang="en-US" altLang="zh-CN" sz="2800" dirty="0">
                <a:latin typeface="Times New Roman" pitchFamily="18" charset="0"/>
                <a:cs typeface="Times New Roman" pitchFamily="18" charset="0"/>
              </a:rPr>
              <a:t> , proteus, Arduino and tinker cad skills</a:t>
            </a: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Learned the use of embedded system technology.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713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CHALLENGES AND LESSONS LEARNED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6" name="文本框"/>
          <p:cNvSpPr>
            <a:spLocks noGrp="1"/>
          </p:cNvSpPr>
          <p:nvPr>
            <p:ph type="body" idx="1"/>
          </p:nvPr>
        </p:nvSpPr>
        <p:spPr>
          <a:xfrm>
            <a:off x="457200" y="1130710"/>
            <a:ext cx="8229600" cy="545265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2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Faced difficulties in debugging hardware connections and circuit faults during testing.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Overcame programming errors while writing and compiling embedded C code.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to properly interface sensors and actuators with microcontrollers.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Managed timing and synchronization issues in real-time embedded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076419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FUTURE SCOPE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48" name="文本框"/>
          <p:cNvSpPr>
            <a:spLocks noGrp="1"/>
          </p:cNvSpPr>
          <p:nvPr>
            <p:ph type="body" idx="1"/>
          </p:nvPr>
        </p:nvSpPr>
        <p:spPr>
          <a:xfrm>
            <a:off x="457200" y="1288026"/>
            <a:ext cx="8229600" cy="510294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demand for embedded engineers in industries like automotive, IoT, robotics, and healthcare.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AI and IoT for developing smart and connected embedded devices.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to work with ARM, RISC-V, and FPGA-based systems for advanced applications.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low-power and energy-efficient embedded solutions.</a:t>
            </a:r>
          </a:p>
        </p:txBody>
      </p:sp>
    </p:spTree>
    <p:extLst>
      <p:ext uri="{BB962C8B-B14F-4D97-AF65-F5344CB8AC3E}">
        <p14:creationId xmlns:p14="http://schemas.microsoft.com/office/powerpoint/2010/main" val="1254069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文本框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1" i="0" u="none" strike="noStrike" kern="1200" cap="none" spc="0" baseline="0" dirty="0">
                <a:solidFill>
                  <a:srgbClr val="FF0000"/>
                </a:solidFill>
                <a:latin typeface="Times New Roman" pitchFamily="18" charset="0"/>
                <a:ea typeface="宋体" charset="0"/>
                <a:cs typeface="Times New Roman" pitchFamily="18" charset="0"/>
              </a:rPr>
              <a:t>CONCLUSION</a:t>
            </a:r>
            <a:endParaRPr lang="zh-CN" altLang="en-US" sz="3200" b="1" i="0" u="none" strike="noStrike" kern="1200" cap="none" spc="0" baseline="0" dirty="0">
              <a:solidFill>
                <a:srgbClr val="FF0000"/>
              </a:solidFill>
              <a:latin typeface="Times New Roman" pitchFamily="18" charset="0"/>
              <a:ea typeface="宋体" charset="0"/>
              <a:cs typeface="Times New Roman" pitchFamily="18" charset="0"/>
            </a:endParaRPr>
          </a:p>
        </p:txBody>
      </p:sp>
      <p:sp>
        <p:nvSpPr>
          <p:cNvPr id="50" name="文本框"/>
          <p:cNvSpPr>
            <a:spLocks noGrp="1"/>
          </p:cNvSpPr>
          <p:nvPr>
            <p:ph type="body" idx="1"/>
          </p:nvPr>
        </p:nvSpPr>
        <p:spPr>
          <a:xfrm>
            <a:off x="206476" y="1052052"/>
            <a:ext cx="8799871" cy="507410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342900" indent="-342900" algn="l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 charset="0"/>
              <a:buChar char="•"/>
            </a:pPr>
            <a:endParaRPr lang="en-US" altLang="zh-CN" sz="3200" b="0" i="0" u="none" strike="noStrike" kern="1200" cap="none" spc="0" baseline="0" dirty="0">
              <a:solidFill>
                <a:schemeClr val="tx1"/>
              </a:solidFill>
              <a:latin typeface="Calibri" charset="0"/>
              <a:ea typeface="宋体" charset="0"/>
              <a:cs typeface="Lucida Sans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provided valuable hands-on experience in embedded system design and development.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practical knowledge of microcontroller programming, sensor interfacing, and circuit simulation.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 how hardware and software work together in real-time systems.</a:t>
            </a:r>
          </a:p>
        </p:txBody>
      </p:sp>
    </p:spTree>
    <p:extLst>
      <p:ext uri="{BB962C8B-B14F-4D97-AF65-F5344CB8AC3E}">
        <p14:creationId xmlns:p14="http://schemas.microsoft.com/office/powerpoint/2010/main" val="1236127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D98F54-A952-605A-7F80-ED5C46FF8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855" y="1447628"/>
            <a:ext cx="5418290" cy="396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87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"/>
          <p:cNvSpPr txBox="1">
            <a:spLocks/>
          </p:cNvSpPr>
          <p:nvPr/>
        </p:nvSpPr>
        <p:spPr>
          <a:xfrm>
            <a:off x="3438557" y="3330075"/>
            <a:ext cx="2564316" cy="57721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b="0" i="0" u="none" strike="noStrike" kern="1200" cap="none" spc="0" baseline="0">
                <a:solidFill>
                  <a:schemeClr val="tx1"/>
                </a:solidFill>
                <a:latin typeface="Droid Sans" charset="0"/>
                <a:ea typeface="宋体" charset="0"/>
                <a:cs typeface="Lucida Sans" charset="0"/>
              </a:rPr>
              <a:t>Thank you </a:t>
            </a:r>
            <a:endParaRPr lang="zh-CN" altLang="en-US" sz="3200" b="0" i="0" u="none" strike="noStrike" kern="1200" cap="none" spc="0" baseline="0">
              <a:solidFill>
                <a:schemeClr val="tx1"/>
              </a:solidFill>
              <a:latin typeface="Droid Sans" charset="0"/>
              <a:ea typeface="宋体" charset="0"/>
              <a:cs typeface="Lucida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374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90</TotalTime>
  <Words>480</Words>
  <Application>Microsoft Office PowerPoint</Application>
  <PresentationFormat>On-screen Show (4:3)</PresentationFormat>
  <Paragraphs>83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Droid Sans</vt:lpstr>
      <vt:lpstr>Times New Roman</vt:lpstr>
      <vt:lpstr>Office Theme</vt:lpstr>
      <vt:lpstr>Department of Electronics &amp; Communication Engineering</vt:lpstr>
      <vt:lpstr>OUTLINE</vt:lpstr>
      <vt:lpstr>INTRODUCTION TO EMBEDDED SYSTEMS</vt:lpstr>
      <vt:lpstr>PowerPoint Presentation</vt:lpstr>
      <vt:lpstr>OVERVIEW OF THE ORGANIZATION</vt:lpstr>
      <vt:lpstr>INTERNSHIP OBJECTIVES</vt:lpstr>
      <vt:lpstr>TASKS AND RESPONSIBILITES</vt:lpstr>
      <vt:lpstr>PROPOSED SOLUTION</vt:lpstr>
      <vt:lpstr>PowerPoint Presentation</vt:lpstr>
      <vt:lpstr>PowerPoint Presentation</vt:lpstr>
      <vt:lpstr>PowerPoint Presentation</vt:lpstr>
      <vt:lpstr>ACHIEVEMENTS AND OUTCOMES</vt:lpstr>
      <vt:lpstr>CHALLENGES AND LESSONS LEARNED</vt:lpstr>
      <vt:lpstr>FUTURE SCOPE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Nikhitha Batchu</dc:creator>
  <dc:description>generated using python-pptx</dc:description>
  <cp:lastModifiedBy>lakshmi durga</cp:lastModifiedBy>
  <cp:revision>14</cp:revision>
  <dcterms:created xsi:type="dcterms:W3CDTF">2013-01-27T09:14:00Z</dcterms:created>
  <dcterms:modified xsi:type="dcterms:W3CDTF">2025-10-23T13:58:25Z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1E232DFDA1CE446093EB463814E3ACBC_13</vt:lpwstr>
  </property>
  <property fmtid="{D5CDD505-2E9C-101B-9397-08002B2CF9AE}" pid="3" name="KSOProductBuildVer">
    <vt:lpwstr>1033-12.2.0.23131</vt:lpwstr>
  </property>
</Properties>
</file>