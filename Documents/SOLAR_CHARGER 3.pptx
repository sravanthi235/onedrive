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9" r:id="rId3"/>
    <p:sldId id="281" r:id="rId4"/>
    <p:sldId id="257" r:id="rId5"/>
    <p:sldId id="258" r:id="rId6"/>
    <p:sldId id="287" r:id="rId7"/>
    <p:sldId id="282" r:id="rId8"/>
    <p:sldId id="260" r:id="rId9"/>
    <p:sldId id="259" r:id="rId10"/>
    <p:sldId id="267" r:id="rId11"/>
    <p:sldId id="268" r:id="rId12"/>
    <p:sldId id="276" r:id="rId13"/>
    <p:sldId id="278" r:id="rId14"/>
    <p:sldId id="277" r:id="rId15"/>
    <p:sldId id="262" r:id="rId16"/>
    <p:sldId id="263" r:id="rId17"/>
    <p:sldId id="283" r:id="rId18"/>
    <p:sldId id="284" r:id="rId19"/>
    <p:sldId id="264" r:id="rId20"/>
    <p:sldId id="271" r:id="rId21"/>
    <p:sldId id="272" r:id="rId22"/>
    <p:sldId id="273" r:id="rId23"/>
    <p:sldId id="274" r:id="rId24"/>
    <p:sldId id="279" r:id="rId25"/>
    <p:sldId id="280" r:id="rId26"/>
    <p:sldId id="286" r:id="rId27"/>
    <p:sldId id="291" r:id="rId28"/>
    <p:sldId id="26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538C8E-13A8-47CE-B5D0-31508D458B3A}" v="1" dt="2025-10-22T14:57:29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urga" userId="166ca152698b5a08" providerId="LiveId" clId="{8745DC02-0830-49F6-B3C4-ECA2774765F4}"/>
    <pc:docChg chg="undo custSel addSld delSld modSld">
      <pc:chgData name="lakshmi durga" userId="166ca152698b5a08" providerId="LiveId" clId="{8745DC02-0830-49F6-B3C4-ECA2774765F4}" dt="2025-10-22T15:10:32.105" v="499" actId="2696"/>
      <pc:docMkLst>
        <pc:docMk/>
      </pc:docMkLst>
      <pc:sldChg chg="addSp modSp mod">
        <pc:chgData name="lakshmi durga" userId="166ca152698b5a08" providerId="LiveId" clId="{8745DC02-0830-49F6-B3C4-ECA2774765F4}" dt="2025-10-22T15:01:04.855" v="240" actId="255"/>
        <pc:sldMkLst>
          <pc:docMk/>
          <pc:sldMk cId="0" sldId="256"/>
        </pc:sldMkLst>
        <pc:spChg chg="mod">
          <ac:chgData name="lakshmi durga" userId="166ca152698b5a08" providerId="LiveId" clId="{8745DC02-0830-49F6-B3C4-ECA2774765F4}" dt="2025-10-22T14:57:29.960" v="13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0:53.030" v="239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lakshmi durga" userId="166ca152698b5a08" providerId="LiveId" clId="{8745DC02-0830-49F6-B3C4-ECA2774765F4}" dt="2025-10-22T15:01:04.855" v="240" actId="255"/>
          <ac:spMkLst>
            <pc:docMk/>
            <pc:sldMk cId="0" sldId="256"/>
            <ac:spMk id="6" creationId="{DC7C4398-0F52-17D3-7D44-43015B8728FB}"/>
          </ac:spMkLst>
        </pc:spChg>
        <pc:spChg chg="add mod">
          <ac:chgData name="lakshmi durga" userId="166ca152698b5a08" providerId="LiveId" clId="{8745DC02-0830-49F6-B3C4-ECA2774765F4}" dt="2025-10-22T15:00:22.553" v="236" actId="20577"/>
          <ac:spMkLst>
            <pc:docMk/>
            <pc:sldMk cId="0" sldId="256"/>
            <ac:spMk id="8" creationId="{B6DBF74F-70B3-00FE-96AA-68C1081F90BE}"/>
          </ac:spMkLst>
        </pc:spChg>
        <pc:picChg chg="mod">
          <ac:chgData name="lakshmi durga" userId="166ca152698b5a08" providerId="LiveId" clId="{8745DC02-0830-49F6-B3C4-ECA2774765F4}" dt="2025-10-22T14:59:18.748" v="227" actId="1076"/>
          <ac:picMkLst>
            <pc:docMk/>
            <pc:sldMk cId="0" sldId="256"/>
            <ac:picMk id="4" creationId="{78160DD5-7A9E-63E9-8EA7-0C3926F1378F}"/>
          </ac:picMkLst>
        </pc:picChg>
      </pc:sldChg>
      <pc:sldChg chg="modSp mod">
        <pc:chgData name="lakshmi durga" userId="166ca152698b5a08" providerId="LiveId" clId="{8745DC02-0830-49F6-B3C4-ECA2774765F4}" dt="2025-10-22T15:02:57.065" v="253" actId="2710"/>
        <pc:sldMkLst>
          <pc:docMk/>
          <pc:sldMk cId="0" sldId="257"/>
        </pc:sldMkLst>
        <pc:spChg chg="mod">
          <ac:chgData name="lakshmi durga" userId="166ca152698b5a08" providerId="LiveId" clId="{8745DC02-0830-49F6-B3C4-ECA2774765F4}" dt="2025-10-22T15:02:39.447" v="251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2:57.065" v="253" actId="271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4:31.032" v="312" actId="2710"/>
        <pc:sldMkLst>
          <pc:docMk/>
          <pc:sldMk cId="0" sldId="258"/>
        </pc:sldMkLst>
        <pc:spChg chg="mod">
          <ac:chgData name="lakshmi durga" userId="166ca152698b5a08" providerId="LiveId" clId="{8745DC02-0830-49F6-B3C4-ECA2774765F4}" dt="2025-10-22T15:03:24.167" v="275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4:31.032" v="312" actId="271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5:28.990" v="318" actId="27636"/>
        <pc:sldMkLst>
          <pc:docMk/>
          <pc:sldMk cId="0" sldId="259"/>
        </pc:sldMkLst>
        <pc:spChg chg="mod">
          <ac:chgData name="lakshmi durga" userId="166ca152698b5a08" providerId="LiveId" clId="{8745DC02-0830-49F6-B3C4-ECA2774765F4}" dt="2025-10-22T14:54:07.351" v="87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5:28.990" v="318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5:10.175" v="316" actId="255"/>
        <pc:sldMkLst>
          <pc:docMk/>
          <pc:sldMk cId="0" sldId="260"/>
        </pc:sldMkLst>
        <pc:spChg chg="mod">
          <ac:chgData name="lakshmi durga" userId="166ca152698b5a08" providerId="LiveId" clId="{8745DC02-0830-49F6-B3C4-ECA2774765F4}" dt="2025-10-22T15:05:10.175" v="316" actId="255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6:40.694" v="345" actId="20577"/>
        <pc:sldMkLst>
          <pc:docMk/>
          <pc:sldMk cId="0" sldId="262"/>
        </pc:sldMkLst>
        <pc:spChg chg="mod">
          <ac:chgData name="lakshmi durga" userId="166ca152698b5a08" providerId="LiveId" clId="{8745DC02-0830-49F6-B3C4-ECA2774765F4}" dt="2025-10-22T15:06:40.694" v="345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6:59.342" v="372" actId="20577"/>
        <pc:sldMkLst>
          <pc:docMk/>
          <pc:sldMk cId="0" sldId="263"/>
        </pc:sldMkLst>
        <pc:spChg chg="mod">
          <ac:chgData name="lakshmi durga" userId="166ca152698b5a08" providerId="LiveId" clId="{8745DC02-0830-49F6-B3C4-ECA2774765F4}" dt="2025-10-22T15:06:59.342" v="372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7:43.249" v="420" actId="20577"/>
        <pc:sldMkLst>
          <pc:docMk/>
          <pc:sldMk cId="0" sldId="264"/>
        </pc:sldMkLst>
        <pc:spChg chg="mod">
          <ac:chgData name="lakshmi durga" userId="166ca152698b5a08" providerId="LiveId" clId="{8745DC02-0830-49F6-B3C4-ECA2774765F4}" dt="2025-10-22T15:07:43.249" v="420" actId="20577"/>
          <ac:spMkLst>
            <pc:docMk/>
            <pc:sldMk cId="0" sldId="264"/>
            <ac:spMk id="2" creationId="{00000000-0000-0000-0000-000000000000}"/>
          </ac:spMkLst>
        </pc:spChg>
      </pc:sldChg>
      <pc:sldChg chg="add del">
        <pc:chgData name="lakshmi durga" userId="166ca152698b5a08" providerId="LiveId" clId="{8745DC02-0830-49F6-B3C4-ECA2774765F4}" dt="2025-10-22T15:10:22.809" v="498" actId="2696"/>
        <pc:sldMkLst>
          <pc:docMk/>
          <pc:sldMk cId="0" sldId="266"/>
        </pc:sldMkLst>
      </pc:sldChg>
      <pc:sldChg chg="modSp mod">
        <pc:chgData name="lakshmi durga" userId="166ca152698b5a08" providerId="LiveId" clId="{8745DC02-0830-49F6-B3C4-ECA2774765F4}" dt="2025-10-22T15:05:45.160" v="319" actId="207"/>
        <pc:sldMkLst>
          <pc:docMk/>
          <pc:sldMk cId="0" sldId="267"/>
        </pc:sldMkLst>
        <pc:spChg chg="mod">
          <ac:chgData name="lakshmi durga" userId="166ca152698b5a08" providerId="LiveId" clId="{8745DC02-0830-49F6-B3C4-ECA2774765F4}" dt="2025-10-22T15:05:45.160" v="319" actId="207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5:53.614" v="320" actId="207"/>
        <pc:sldMkLst>
          <pc:docMk/>
          <pc:sldMk cId="0" sldId="268"/>
        </pc:sldMkLst>
        <pc:spChg chg="mod">
          <ac:chgData name="lakshmi durga" userId="166ca152698b5a08" providerId="LiveId" clId="{8745DC02-0830-49F6-B3C4-ECA2774765F4}" dt="2025-10-22T15:05:53.614" v="320" actId="20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6:00.656" v="321" actId="207"/>
        <pc:sldMkLst>
          <pc:docMk/>
          <pc:sldMk cId="0" sldId="276"/>
        </pc:sldMkLst>
        <pc:spChg chg="mod">
          <ac:chgData name="lakshmi durga" userId="166ca152698b5a08" providerId="LiveId" clId="{8745DC02-0830-49F6-B3C4-ECA2774765F4}" dt="2025-10-22T15:06:00.656" v="321" actId="207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6:19.947" v="323" actId="207"/>
        <pc:sldMkLst>
          <pc:docMk/>
          <pc:sldMk cId="0" sldId="277"/>
        </pc:sldMkLst>
        <pc:spChg chg="mod">
          <ac:chgData name="lakshmi durga" userId="166ca152698b5a08" providerId="LiveId" clId="{8745DC02-0830-49F6-B3C4-ECA2774765F4}" dt="2025-10-22T15:06:19.947" v="323" actId="207"/>
          <ac:spMkLst>
            <pc:docMk/>
            <pc:sldMk cId="0" sldId="277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6:10.345" v="322" actId="207"/>
        <pc:sldMkLst>
          <pc:docMk/>
          <pc:sldMk cId="0" sldId="278"/>
        </pc:sldMkLst>
        <pc:spChg chg="mod">
          <ac:chgData name="lakshmi durga" userId="166ca152698b5a08" providerId="LiveId" clId="{8745DC02-0830-49F6-B3C4-ECA2774765F4}" dt="2025-10-22T15:06:10.345" v="322" actId="20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8:10.825" v="444" actId="20577"/>
        <pc:sldMkLst>
          <pc:docMk/>
          <pc:sldMk cId="0" sldId="279"/>
        </pc:sldMkLst>
        <pc:spChg chg="mod">
          <ac:chgData name="lakshmi durga" userId="166ca152698b5a08" providerId="LiveId" clId="{8745DC02-0830-49F6-B3C4-ECA2774765F4}" dt="2025-10-22T15:08:10.825" v="444" actId="20577"/>
          <ac:spMkLst>
            <pc:docMk/>
            <pc:sldMk cId="0" sldId="279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8:37.946" v="469" actId="2710"/>
        <pc:sldMkLst>
          <pc:docMk/>
          <pc:sldMk cId="0" sldId="280"/>
        </pc:sldMkLst>
        <pc:spChg chg="mod">
          <ac:chgData name="lakshmi durga" userId="166ca152698b5a08" providerId="LiveId" clId="{8745DC02-0830-49F6-B3C4-ECA2774765F4}" dt="2025-10-22T15:08:30.661" v="468" actId="20577"/>
          <ac:spMkLst>
            <pc:docMk/>
            <pc:sldMk cId="0" sldId="280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8:37.946" v="469" actId="2710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2:05.684" v="248" actId="1076"/>
        <pc:sldMkLst>
          <pc:docMk/>
          <pc:sldMk cId="0" sldId="281"/>
        </pc:sldMkLst>
        <pc:spChg chg="mod">
          <ac:chgData name="lakshmi durga" userId="166ca152698b5a08" providerId="LiveId" clId="{8745DC02-0830-49F6-B3C4-ECA2774765F4}" dt="2025-10-22T15:01:33.364" v="243" actId="207"/>
          <ac:spMkLst>
            <pc:docMk/>
            <pc:sldMk cId="0" sldId="281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2:05.684" v="248" actId="1076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4:54.541" v="315" actId="27636"/>
        <pc:sldMkLst>
          <pc:docMk/>
          <pc:sldMk cId="0" sldId="282"/>
        </pc:sldMkLst>
        <pc:spChg chg="mod">
          <ac:chgData name="lakshmi durga" userId="166ca152698b5a08" providerId="LiveId" clId="{8745DC02-0830-49F6-B3C4-ECA2774765F4}" dt="2025-10-22T15:04:43.560" v="313" actId="255"/>
          <ac:spMkLst>
            <pc:docMk/>
            <pc:sldMk cId="0" sldId="282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4:54.541" v="315" actId="27636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7:23.882" v="392" actId="20577"/>
        <pc:sldMkLst>
          <pc:docMk/>
          <pc:sldMk cId="0" sldId="283"/>
        </pc:sldMkLst>
        <pc:spChg chg="mod">
          <ac:chgData name="lakshmi durga" userId="166ca152698b5a08" providerId="LiveId" clId="{8745DC02-0830-49F6-B3C4-ECA2774765F4}" dt="2025-10-22T15:07:23.882" v="392" actId="20577"/>
          <ac:spMkLst>
            <pc:docMk/>
            <pc:sldMk cId="0" sldId="283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8:55.202" v="490" actId="20577"/>
        <pc:sldMkLst>
          <pc:docMk/>
          <pc:sldMk cId="0" sldId="286"/>
        </pc:sldMkLst>
        <pc:spChg chg="mod">
          <ac:chgData name="lakshmi durga" userId="166ca152698b5a08" providerId="LiveId" clId="{8745DC02-0830-49F6-B3C4-ECA2774765F4}" dt="2025-10-22T15:08:55.202" v="490" actId="20577"/>
          <ac:spMkLst>
            <pc:docMk/>
            <pc:sldMk cId="0" sldId="286"/>
            <ac:spMk id="2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5:04:06.245" v="311" actId="27636"/>
        <pc:sldMkLst>
          <pc:docMk/>
          <pc:sldMk cId="0" sldId="287"/>
        </pc:sldMkLst>
        <pc:spChg chg="mod">
          <ac:chgData name="lakshmi durga" userId="166ca152698b5a08" providerId="LiveId" clId="{8745DC02-0830-49F6-B3C4-ECA2774765F4}" dt="2025-10-22T15:03:57.403" v="309" actId="20577"/>
          <ac:spMkLst>
            <pc:docMk/>
            <pc:sldMk cId="0" sldId="287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5:04:06.245" v="311" actId="27636"/>
          <ac:spMkLst>
            <pc:docMk/>
            <pc:sldMk cId="0" sldId="287"/>
            <ac:spMk id="3" creationId="{00000000-0000-0000-0000-000000000000}"/>
          </ac:spMkLst>
        </pc:spChg>
      </pc:sldChg>
      <pc:sldChg chg="modSp del mod">
        <pc:chgData name="lakshmi durga" userId="166ca152698b5a08" providerId="LiveId" clId="{8745DC02-0830-49F6-B3C4-ECA2774765F4}" dt="2025-10-22T15:01:15.616" v="241" actId="2696"/>
        <pc:sldMkLst>
          <pc:docMk/>
          <pc:sldMk cId="0" sldId="288"/>
        </pc:sldMkLst>
        <pc:spChg chg="mod">
          <ac:chgData name="lakshmi durga" userId="166ca152698b5a08" providerId="LiveId" clId="{8745DC02-0830-49F6-B3C4-ECA2774765F4}" dt="2025-10-22T14:55:14.600" v="89" actId="207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lakshmi durga" userId="166ca152698b5a08" providerId="LiveId" clId="{8745DC02-0830-49F6-B3C4-ECA2774765F4}" dt="2025-10-22T14:55:40.880" v="119" actId="20577"/>
        <pc:sldMkLst>
          <pc:docMk/>
          <pc:sldMk cId="0" sldId="289"/>
        </pc:sldMkLst>
        <pc:spChg chg="mod">
          <ac:chgData name="lakshmi durga" userId="166ca152698b5a08" providerId="LiveId" clId="{8745DC02-0830-49F6-B3C4-ECA2774765F4}" dt="2025-10-22T14:55:40.880" v="119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lakshmi durga" userId="166ca152698b5a08" providerId="LiveId" clId="{8745DC02-0830-49F6-B3C4-ECA2774765F4}" dt="2025-10-22T14:52:09.805" v="17" actId="20577"/>
          <ac:spMkLst>
            <pc:docMk/>
            <pc:sldMk cId="0" sldId="289"/>
            <ac:spMk id="3" creationId="{00000000-0000-0000-0000-000000000000}"/>
          </ac:spMkLst>
        </pc:spChg>
      </pc:sldChg>
      <pc:sldChg chg="new del">
        <pc:chgData name="lakshmi durga" userId="166ca152698b5a08" providerId="LiveId" clId="{8745DC02-0830-49F6-B3C4-ECA2774765F4}" dt="2025-10-22T15:10:32.105" v="499" actId="2696"/>
        <pc:sldMkLst>
          <pc:docMk/>
          <pc:sldMk cId="1349773819" sldId="290"/>
        </pc:sldMkLst>
      </pc:sldChg>
      <pc:sldChg chg="addSp modSp new mod">
        <pc:chgData name="lakshmi durga" userId="166ca152698b5a08" providerId="LiveId" clId="{8745DC02-0830-49F6-B3C4-ECA2774765F4}" dt="2025-10-22T15:09:58.795" v="496" actId="207"/>
        <pc:sldMkLst>
          <pc:docMk/>
          <pc:sldMk cId="2459980934" sldId="291"/>
        </pc:sldMkLst>
        <pc:spChg chg="add mod">
          <ac:chgData name="lakshmi durga" userId="166ca152698b5a08" providerId="LiveId" clId="{8745DC02-0830-49F6-B3C4-ECA2774765F4}" dt="2025-10-22T15:09:58.795" v="496" actId="207"/>
          <ac:spMkLst>
            <pc:docMk/>
            <pc:sldMk cId="2459980934" sldId="291"/>
            <ac:spMk id="5" creationId="{7B67B60B-0C20-3C0A-A7FC-64852BCDBA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2675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MOBILE CHARGER WITH BATTERY LEVEL INDICATOR</a:t>
            </a:r>
            <a:br>
              <a:rPr lang="en-I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511" y="2126643"/>
            <a:ext cx="8811177" cy="4813352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K.HARSHIKA SAI KUMARI             23NG5A0408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K. SRIVALLI PADMA                        23NG5A0410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N.LAKSHMI BHAVANI                     23NG5A0416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T.LAKSHMI DURGA                         23NG5A0427</a:t>
            </a:r>
          </a:p>
          <a:p>
            <a:pPr algn="l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V. VINILA                                            23NG5A0428</a:t>
            </a:r>
          </a:p>
          <a:p>
            <a:pPr algn="l"/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:\Users\ECE-HOD\Desktop\logo.jpg">
            <a:extLst>
              <a:ext uri="{FF2B5EF4-FFF2-40B4-BE49-F238E27FC236}">
                <a16:creationId xmlns:a16="http://schemas.microsoft.com/office/drawing/2014/main" id="{78160DD5-7A9E-63E9-8EA7-0C3926F1378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47700" y="4445143"/>
            <a:ext cx="784860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C4398-0F52-17D3-7D44-43015B8728FB}"/>
              </a:ext>
            </a:extLst>
          </p:cNvPr>
          <p:cNvSpPr txBox="1"/>
          <p:nvPr/>
        </p:nvSpPr>
        <p:spPr>
          <a:xfrm>
            <a:off x="2541638" y="146321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ASSOCIATES: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BF74F-70B3-00FE-96AA-68C1081F90BE}"/>
              </a:ext>
            </a:extLst>
          </p:cNvPr>
          <p:cNvSpPr txBox="1"/>
          <p:nvPr/>
        </p:nvSpPr>
        <p:spPr>
          <a:xfrm>
            <a:off x="622873" y="6049945"/>
            <a:ext cx="893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 Communication Engineering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8945"/>
            <a:ext cx="8229600" cy="459105"/>
          </a:xfrm>
        </p:spPr>
        <p:txBody>
          <a:bodyPr>
            <a:noAutofit/>
          </a:bodyPr>
          <a:lstStyle/>
          <a:p>
            <a:pPr algn="l"/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CONTENTS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685" y="908050"/>
            <a:ext cx="8750300" cy="5554980"/>
          </a:xfrm>
        </p:spPr>
        <p:txBody>
          <a:bodyPr>
            <a:normAutofit fontScale="65000" lnSpcReduction="20000"/>
          </a:bodyPr>
          <a:lstStyle/>
          <a:p>
            <a:pPr marL="0" indent="0">
              <a:buFont typeface="+mj-lt"/>
              <a:buNone/>
            </a:pPr>
            <a:r>
              <a:rPr lang="en-I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 </a:t>
            </a: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TO EMBEDDED SYSTEMS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 EXISTING SYSTEM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 PROPOSED SYSTEM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 PROJECT OBJECTIVE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 PROJECT DESCRIPTION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 REQUIREMENTS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6.1 SOFTWARE 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6.2 HARDWARE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 COMPONENTS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 BLOCK DIAGRAM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CIRCUIT DIAGRAM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10. CODE EXPLANATION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11. OUTPUT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12. ADVANTAGES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13. APPLICATIONS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r>
              <a:rPr lang="en-I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14. CONCLUSION</a:t>
            </a:r>
            <a:endParaRPr lang="en-IN" alt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+mj-lt"/>
              <a:buNone/>
            </a:pPr>
            <a:endParaRPr lang="en-IN" altLang="en-US" b="1" i="1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82650"/>
          </a:xfrm>
        </p:spPr>
        <p:txBody>
          <a:bodyPr>
            <a:normAutofit/>
          </a:bodyPr>
          <a:lstStyle/>
          <a:p>
            <a:pPr algn="l"/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microcontroller-based system designed to perform specific tasks.</a:t>
            </a:r>
          </a:p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combination of hardware and software that is embedded into a device to perform a dedicated function.</a:t>
            </a:r>
          </a:p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operate in real-time and are widely used in automation, consumer electronics, automotive systems, and medical devices.</a:t>
            </a:r>
          </a:p>
          <a:p>
            <a:pPr>
              <a:lnSpc>
                <a:spcPct val="17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is a popular platform for embedded system development due to its simplicity and flexibility</a:t>
            </a:r>
            <a:r>
              <a:rPr lang="en-US" altLang="en-US" sz="25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3149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mobile chargers use grid electricity.</a:t>
            </a:r>
          </a:p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battery level indication.</a:t>
            </a:r>
          </a:p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Inefficient in power management.</a:t>
            </a:r>
          </a:p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use of renewable energy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3.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4" y="155103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charging using solar energy.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Arduino-based battery voltage monitoring.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indication for different battery levels.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Portable and energy-efficient design</a:t>
            </a:r>
            <a:r>
              <a:rPr sz="2500" dirty="0"/>
              <a:t>.</a:t>
            </a:r>
            <a:endParaRPr lang="en-US" alt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4.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OBJECTIVE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design a portable mobile charger powered by solar energy.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monitor the battery voltage using an Arduino-based system.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indicate battery levels using different color LEDs.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promote renewable energy usage in embedded systems.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provide a low-cost, energy-efficient alternative for mobile charging.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661035"/>
          </a:xfrm>
        </p:spPr>
        <p:txBody>
          <a:bodyPr>
            <a:normAutofit/>
          </a:bodyPr>
          <a:lstStyle/>
          <a:p>
            <a:pPr algn="l"/>
            <a:r>
              <a:rPr lang="en-I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I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8075"/>
            <a:ext cx="8229600" cy="53752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solar mobile charger is an eco-friendly alternative to conventional phone chargers.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sunlight into electrical energy through a solar panel and stores it in a rechargeable battery.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allows mobile devices to be charged without dependence on electricity from the grid.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an Arduino allows for real-time monitoring of the battery voltage.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indicators provide a visual representation of the battery level, enhancing usability and safety.</a:t>
            </a:r>
          </a:p>
          <a:p>
            <a:pPr>
              <a:lnSpc>
                <a:spcPct val="120000"/>
              </a:lnSpc>
            </a:pPr>
            <a:r>
              <a:rPr lang="en-US" altLang="en-US" sz="35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combines the benefits of renewable energy and embedded systems for practical and educational use</a:t>
            </a:r>
            <a:r>
              <a:rPr lang="en-US" altLang="en-US" sz="357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41985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100"/>
            <a:ext cx="8229600" cy="5199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SOFTWARE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for programming</a:t>
            </a:r>
          </a:p>
          <a:p>
            <a:pPr marL="0" indent="0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simulation (if used)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HARDWARE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Arduino UNO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Breadboard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Solar Panel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Battery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LEDs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Diode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Resistors</a:t>
            </a:r>
          </a:p>
          <a:p>
            <a:pPr marL="0" indent="0">
              <a:buNone/>
            </a:pPr>
            <a:endParaRPr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885"/>
            <a:ext cx="8229600" cy="60452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7.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9V Battery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 UNO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LEDs (Red, Yellow, Green, Orange)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Resistors (10kΩ, 220Ω)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(1N4007)</a:t>
            </a:r>
          </a:p>
          <a:p>
            <a:pPr>
              <a:lnSpc>
                <a:spcPct val="150000"/>
              </a:lnSpc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USB cable and connecting wires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699770"/>
          </a:xfrm>
        </p:spPr>
        <p:txBody>
          <a:bodyPr/>
          <a:lstStyle/>
          <a:p>
            <a:pPr algn="l"/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LED (Light Emitting Diode)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Principle: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Emits light when forward biased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Indicators</a:t>
            </a:r>
          </a:p>
          <a:p>
            <a:pPr marL="0" indent="0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Status displays</a:t>
            </a:r>
          </a:p>
          <a:p>
            <a:pPr marL="0" indent="0">
              <a:buNone/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Signaling systems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070" y="3185795"/>
            <a:ext cx="975360" cy="1798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9575"/>
            <a:ext cx="8229600" cy="699770"/>
          </a:xfrm>
        </p:spPr>
        <p:txBody>
          <a:bodyPr/>
          <a:lstStyle/>
          <a:p>
            <a:pPr algn="l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Solar Panel: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1555"/>
            <a:ext cx="8229600" cy="51149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Principle: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Panel: Converts sunlight into electrical energy (DC voltage).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Used in solar lights, 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solar home systems, 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calculators.</a:t>
            </a:r>
          </a:p>
          <a:p>
            <a:endParaRPr lang="en-US" altLang="en-US" sz="2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4198"/>
          <a:stretch>
            <a:fillRect/>
          </a:stretch>
        </p:blipFill>
        <p:spPr>
          <a:xfrm>
            <a:off x="4410710" y="2941320"/>
            <a:ext cx="4276090" cy="33953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619" y="419735"/>
            <a:ext cx="8229600" cy="623570"/>
          </a:xfrm>
        </p:spPr>
        <p:txBody>
          <a:bodyPr/>
          <a:lstStyle/>
          <a:p>
            <a:pPr algn="l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Diode (1N4007):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3805"/>
            <a:ext cx="8229600" cy="4892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Principle: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 current to flow in one direction only, preventing reverse discharge from the battery.</a:t>
            </a: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in almost all electronic circuits for control and protection.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4516755"/>
            <a:ext cx="370332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Arduino UNO: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orking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Principle: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Reads voltage and controls LED outputs.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Home automation, 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robotics, 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sensor interfacing.</a:t>
            </a:r>
          </a:p>
          <a:p>
            <a:pPr marL="0" indent="0">
              <a:buNone/>
            </a:pPr>
            <a:endParaRPr lang="en-US" sz="2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35" y="2988310"/>
            <a:ext cx="354393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885"/>
            <a:ext cx="8229600" cy="565150"/>
          </a:xfrm>
        </p:spPr>
        <p:txBody>
          <a:bodyPr/>
          <a:lstStyle/>
          <a:p>
            <a:pPr algn="l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Battery: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Working Principle: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Stores the solar energy to power the charger.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storage for mobile, 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emergency devices.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830" y="2694940"/>
            <a:ext cx="1775460" cy="3802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265"/>
            <a:ext cx="8229600" cy="73787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8. </a:t>
            </a:r>
            <a:r>
              <a:rPr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500"/>
              <a:t>[Solar Panel] --&gt; [Diode] --&gt; [Battery] --&gt; [Voltage Divider] --&gt; [Arduino UNO] --&gt; [LED Indicators]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t="34961" b="45426"/>
          <a:stretch>
            <a:fillRect/>
          </a:stretch>
        </p:blipFill>
        <p:spPr>
          <a:xfrm>
            <a:off x="614680" y="3096260"/>
            <a:ext cx="8145780" cy="2372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" y="236855"/>
            <a:ext cx="8229600" cy="59372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9. </a:t>
            </a:r>
            <a:r>
              <a:rPr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850265"/>
            <a:ext cx="8769985" cy="5796915"/>
          </a:xfrm>
        </p:spPr>
        <p:txBody>
          <a:bodyPr/>
          <a:lstStyle/>
          <a:p>
            <a:pPr marL="0" indent="0">
              <a:buFont typeface="Segoe UI" panose="020B0502040204020203" charset="0"/>
              <a:buNone/>
            </a:pPr>
            <a:r>
              <a:rPr lang="en-IN" sz="2500"/>
              <a:t>- </a:t>
            </a:r>
            <a:r>
              <a:rPr sz="2500"/>
              <a:t>Include actual image or draw with Fritzing/Tinkercad</a:t>
            </a:r>
          </a:p>
          <a:p>
            <a:pPr marL="0" indent="0">
              <a:buNone/>
            </a:pPr>
            <a:r>
              <a:rPr sz="2500"/>
              <a:t>- Battery to Arduino A0 via resistor divider</a:t>
            </a:r>
          </a:p>
          <a:p>
            <a:pPr marL="0" indent="0">
              <a:buNone/>
            </a:pPr>
            <a:r>
              <a:rPr sz="2500"/>
              <a:t>- LEDs to digital pins (e.g., D2–D5)</a:t>
            </a:r>
          </a:p>
          <a:p>
            <a:pPr marL="0" indent="0">
              <a:buNone/>
            </a:pPr>
            <a:r>
              <a:rPr sz="2500"/>
              <a:t>- Resistors in series with LEDs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" y="3018790"/>
            <a:ext cx="7536180" cy="3309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0365"/>
            <a:ext cx="8229600" cy="641985"/>
          </a:xfrm>
        </p:spPr>
        <p:txBody>
          <a:bodyPr>
            <a:normAutofit/>
          </a:bodyPr>
          <a:lstStyle/>
          <a:p>
            <a:pPr algn="l"/>
            <a:r>
              <a:rPr lang="en-I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10. 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 lnSpcReduction="20000"/>
          </a:bodyPr>
          <a:lstStyle/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String will store the text input from the Serial Monitor.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will store the converted float value (e.g., 7.2).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pins connected to LEDs.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battery Pin (A0) is defined, it's not used in this code since you're manually entering the voltage.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Sets all 4 LED pins as output.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Starts the serial communication with baud rate 9600.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Prints a message to prompt the user to enter voltage.</a:t>
            </a:r>
          </a:p>
          <a:p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Waits for the user to type a value and press Enter in the Serial Monitor.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50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" y="279400"/>
            <a:ext cx="8691880" cy="6309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input until a newline character (\n).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text string to a float (e.g., "8.2" becomes 8.2).</a:t>
            </a:r>
          </a:p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what voltage they entered (2 decimal places).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Before lighting any LED, turn all LEDs OFF first.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voltage is below 6.5V, RED LED turns ON and prints "CRITICAL".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6.5V to 7.49V → Orange LED indicates Low battery.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7.5V to 8.49V → Yellow LED indicates Medium level.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≥ 8.5V → Green LED means Battery Full.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rints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separator line in Serial Monitor for clarity.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Ends the if (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Serial.available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()) block and loop() restarts.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5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endParaRPr lang="en-US" alt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65151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11.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Monitor displays real-time battery voltage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color changes based on voltage: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&lt;6.5V: RED (Critical)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6.5V–7.4V: ORANGE (Low)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7.5V–8.4V: YELLOW (Medium)</a:t>
            </a:r>
          </a:p>
          <a:p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≥8.5V: GREEN (Full)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" y="192405"/>
            <a:ext cx="8805545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45" y="396875"/>
            <a:ext cx="8684895" cy="61194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15" y="199390"/>
            <a:ext cx="8587105" cy="64592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040" y="410210"/>
            <a:ext cx="8740140" cy="62744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56515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12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1605"/>
            <a:ext cx="8229600" cy="4714875"/>
          </a:xfrm>
        </p:spPr>
        <p:txBody>
          <a:bodyPr>
            <a:normAutofit/>
          </a:bodyPr>
          <a:lstStyle/>
          <a:p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renewable solar energy for charging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battery level with simple LED indicators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cost-effective design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electricity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remote and rural locations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8465"/>
            <a:ext cx="8229600" cy="69088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13. </a:t>
            </a: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mobile charging during power outages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travelers and outdoor use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rural/off-grid areas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project in educational institutes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use of solar and embedded systems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82015"/>
          </a:xfrm>
        </p:spPr>
        <p:txBody>
          <a:bodyPr>
            <a:normAutofit/>
          </a:bodyPr>
          <a:lstStyle/>
          <a:p>
            <a:pPr algn="l"/>
            <a:r>
              <a:rPr lang="en-I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14. </a:t>
            </a:r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40" y="1165860"/>
            <a:ext cx="8634730" cy="5413375"/>
          </a:xfrm>
        </p:spPr>
        <p:txBody>
          <a:bodyPr>
            <a:normAutofit/>
          </a:bodyPr>
          <a:lstStyle/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Solar Mobile Charger with Battery Level Indicator demonstrates a practical approach to integrating renewable energy with embedded systems.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not only provides an eco-friendly solution for mobile charging but also ensures user awareness of the battery status.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promotes sustainability, low-cost technology, and serves as a great learning model for students and hobbyists.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successfully showcases the capabilities of Arduino-based automation for real-world applications.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91FE-AE1F-B98F-F5E2-1B187EAF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F5F9-8187-CB53-69CF-A8C74878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7B60B-0C20-3C0A-A7FC-64852BCDBAF1}"/>
              </a:ext>
            </a:extLst>
          </p:cNvPr>
          <p:cNvSpPr txBox="1"/>
          <p:nvPr/>
        </p:nvSpPr>
        <p:spPr>
          <a:xfrm>
            <a:off x="2285999" y="3246791"/>
            <a:ext cx="47047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QUERIES ?</a:t>
            </a:r>
            <a:endParaRPr lang="en-IN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80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4028"/>
            <a:ext cx="8229600" cy="1143000"/>
          </a:xfrm>
        </p:spPr>
        <p:txBody>
          <a:bodyPr>
            <a:noAutofit/>
          </a:bodyPr>
          <a:lstStyle/>
          <a:p>
            <a:r>
              <a:rPr sz="96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1116</Words>
  <Application>Microsoft Office PowerPoint</Application>
  <PresentationFormat>On-screen Show (4:3)</PresentationFormat>
  <Paragraphs>166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Bookman Old Style</vt:lpstr>
      <vt:lpstr>Calibri</vt:lpstr>
      <vt:lpstr>Segoe UI</vt:lpstr>
      <vt:lpstr>Times New Roman</vt:lpstr>
      <vt:lpstr>Office Theme</vt:lpstr>
      <vt:lpstr>SOLAR MOBILE CHARGER WITH BATTERY LEVEL INDICATOR </vt:lpstr>
      <vt:lpstr>                            CONTENTS</vt:lpstr>
      <vt:lpstr>1. INTRODUCTION TO EMBEDDED SYSTEMS</vt:lpstr>
      <vt:lpstr>2. Existing System</vt:lpstr>
      <vt:lpstr>                    3. Proposed System</vt:lpstr>
      <vt:lpstr>                  4. PROJECT OBJECTIVE:</vt:lpstr>
      <vt:lpstr>                     5.PROJECT DESCRIPTION</vt:lpstr>
      <vt:lpstr>                         6.REQUIREMENTS</vt:lpstr>
      <vt:lpstr>                    7.Components</vt:lpstr>
      <vt:lpstr>LED (Light Emitting Diode)</vt:lpstr>
      <vt:lpstr>Solar Panel: </vt:lpstr>
      <vt:lpstr>Diode (1N4007): </vt:lpstr>
      <vt:lpstr>Arduino UNO:</vt:lpstr>
      <vt:lpstr>Battery:</vt:lpstr>
      <vt:lpstr>                    8. Block Diagram</vt:lpstr>
      <vt:lpstr>                         9. Circuit Diagram</vt:lpstr>
      <vt:lpstr>                  10. CODE EXPLANATION</vt:lpstr>
      <vt:lpstr>PowerPoint Presentation</vt:lpstr>
      <vt:lpstr>                          11. Output</vt:lpstr>
      <vt:lpstr>PowerPoint Presentation</vt:lpstr>
      <vt:lpstr>PowerPoint Presentation</vt:lpstr>
      <vt:lpstr>PowerPoint Presentation</vt:lpstr>
      <vt:lpstr>PowerPoint Presentation</vt:lpstr>
      <vt:lpstr>                     12. Advantages</vt:lpstr>
      <vt:lpstr>                     13. Applications</vt:lpstr>
      <vt:lpstr>                  14. 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lakshmi durga</cp:lastModifiedBy>
  <cp:revision>6</cp:revision>
  <dcterms:created xsi:type="dcterms:W3CDTF">2013-01-27T09:14:00Z</dcterms:created>
  <dcterms:modified xsi:type="dcterms:W3CDTF">2025-10-22T15:10:32Z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B35B3FB881884FF787294835EA861C59_12</vt:lpwstr>
  </property>
  <property fmtid="{D5CDD505-2E9C-101B-9397-08002B2CF9AE}" pid="3" name="KSOProductBuildVer">
    <vt:lpwstr>1033-12.2.0.21546</vt:lpwstr>
  </property>
</Properties>
</file>