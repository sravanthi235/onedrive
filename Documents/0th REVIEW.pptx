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75" r:id="rId8"/>
    <p:sldId id="274" r:id="rId9"/>
    <p:sldId id="262" r:id="rId10"/>
    <p:sldId id="270" r:id="rId11"/>
    <p:sldId id="263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urga" userId="166ca152698b5a08" providerId="LiveId" clId="{8745DC02-0830-49F6-B3C4-ECA2774765F4}"/>
    <pc:docChg chg="addSld delSld modSld sldOrd">
      <pc:chgData name="lakshmi durga" userId="166ca152698b5a08" providerId="LiveId" clId="{8745DC02-0830-49F6-B3C4-ECA2774765F4}" dt="2025-09-16T17:34:22.677" v="15" actId="47"/>
      <pc:docMkLst>
        <pc:docMk/>
      </pc:docMkLst>
      <pc:sldChg chg="ord">
        <pc:chgData name="lakshmi durga" userId="166ca152698b5a08" providerId="LiveId" clId="{8745DC02-0830-49F6-B3C4-ECA2774765F4}" dt="2025-09-16T16:58:38.587" v="9"/>
        <pc:sldMkLst>
          <pc:docMk/>
          <pc:sldMk cId="0" sldId="263"/>
        </pc:sldMkLst>
      </pc:sldChg>
      <pc:sldChg chg="ord">
        <pc:chgData name="lakshmi durga" userId="166ca152698b5a08" providerId="LiveId" clId="{8745DC02-0830-49F6-B3C4-ECA2774765F4}" dt="2025-09-16T16:58:20.620" v="5"/>
        <pc:sldMkLst>
          <pc:docMk/>
          <pc:sldMk cId="0" sldId="270"/>
        </pc:sldMkLst>
      </pc:sldChg>
      <pc:sldChg chg="new del">
        <pc:chgData name="lakshmi durga" userId="166ca152698b5a08" providerId="LiveId" clId="{8745DC02-0830-49F6-B3C4-ECA2774765F4}" dt="2025-09-16T17:34:22.677" v="15" actId="47"/>
        <pc:sldMkLst>
          <pc:docMk/>
          <pc:sldMk cId="107307412" sldId="276"/>
        </pc:sldMkLst>
      </pc:sldChg>
      <pc:sldChg chg="new del">
        <pc:chgData name="lakshmi durga" userId="166ca152698b5a08" providerId="LiveId" clId="{8745DC02-0830-49F6-B3C4-ECA2774765F4}" dt="2025-09-16T17:21:01.899" v="13" actId="47"/>
        <pc:sldMkLst>
          <pc:docMk/>
          <pc:sldMk cId="1950017206" sldId="276"/>
        </pc:sldMkLst>
      </pc:sldChg>
      <pc:sldChg chg="new del">
        <pc:chgData name="lakshmi durga" userId="166ca152698b5a08" providerId="LiveId" clId="{8745DC02-0830-49F6-B3C4-ECA2774765F4}" dt="2025-09-16T16:44:55.914" v="1" actId="47"/>
        <pc:sldMkLst>
          <pc:docMk/>
          <pc:sldMk cId="4294771339" sldId="276"/>
        </pc:sldMkLst>
      </pc:sldChg>
      <pc:sldChg chg="new del">
        <pc:chgData name="lakshmi durga" userId="166ca152698b5a08" providerId="LiveId" clId="{8745DC02-0830-49F6-B3C4-ECA2774765F4}" dt="2025-09-16T17:20:58.927" v="12" actId="47"/>
        <pc:sldMkLst>
          <pc:docMk/>
          <pc:sldMk cId="2427089357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  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(23NG5A0427)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(22NG1A04F1)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(23NG5A0423)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(22NG1A04G0)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Ph.D</a:t>
            </a:r>
            <a:endParaRPr lang="en-US" sz="2000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410200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85" y="11430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Single Element Antenna: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2" y="700034"/>
            <a:ext cx="3267888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44006" y="37563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11" y="1311560"/>
            <a:ext cx="5105400" cy="1882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3410505" y="7421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DAD4F7-9DB3-40D8-B3F7-B41635A4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546" y="3352800"/>
            <a:ext cx="3582454" cy="29407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F31A9-5C6F-4197-BD65-5927F98AFAB8}"/>
              </a:ext>
            </a:extLst>
          </p:cNvPr>
          <p:cNvSpPr/>
          <p:nvPr/>
        </p:nvSpPr>
        <p:spPr>
          <a:xfrm>
            <a:off x="3962400" y="6293527"/>
            <a:ext cx="5377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2: Design evolution of the UWB antenna.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F6944-C4F8-F816-6C61-B32BBA28A5DA}"/>
              </a:ext>
            </a:extLst>
          </p:cNvPr>
          <p:cNvSpPr txBox="1"/>
          <p:nvPr/>
        </p:nvSpPr>
        <p:spPr>
          <a:xfrm>
            <a:off x="381000" y="4208567"/>
            <a:ext cx="358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curves are shown: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(dotted blue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initial design of the antenna.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(dashed green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improved design.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(solid red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final optimized antenna.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304800" y="276792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Four-Port MIMO Antenna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07CAF-D448-4EED-8737-77CF8A69EC82}"/>
              </a:ext>
            </a:extLst>
          </p:cNvPr>
          <p:cNvSpPr/>
          <p:nvPr/>
        </p:nvSpPr>
        <p:spPr>
          <a:xfrm>
            <a:off x="685800" y="497879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3: UWB MIMO with connected ground plane: (a) Structure 1 and (b) Structure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54E3-5D42-4F09-8919-FAEC239A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6858000" cy="36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7BDC7E-6F55-403B-A4CD-27A99059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685800"/>
            <a:ext cx="5715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F61BCD-CB0D-40C5-AFBE-E0E993417F76}"/>
              </a:ext>
            </a:extLst>
          </p:cNvPr>
          <p:cNvSpPr/>
          <p:nvPr/>
        </p:nvSpPr>
        <p:spPr>
          <a:xfrm>
            <a:off x="1295400" y="4097694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4: simulated S-parameters reflection coefficients.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85567-F7EB-45CE-8485-E439EB335673}"/>
              </a:ext>
            </a:extLst>
          </p:cNvPr>
          <p:cNvSpPr/>
          <p:nvPr/>
        </p:nvSpPr>
        <p:spPr>
          <a:xfrm>
            <a:off x="685800" y="306508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Existing System Result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455CB-FD21-D62F-1F20-979A5433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85" y="4551149"/>
            <a:ext cx="845903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diagram shows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loss (reflection coefficient) of all 4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antenna elements in a UWB MIMO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four ports (S1,1 / S2,2 / S3,3 / S4,4) have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matching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cover a wide range of frequencies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3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BD461-5EAA-9864-8CA1-807DDFE74E12}"/>
              </a:ext>
            </a:extLst>
          </p:cNvPr>
          <p:cNvSpPr txBox="1"/>
          <p:nvPr/>
        </p:nvSpPr>
        <p:spPr>
          <a:xfrm>
            <a:off x="762000" y="1386244"/>
            <a:ext cx="77724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gain.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at higher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Efficiency slightly drops at extreme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Antenna footprint increases in MIMO configuration.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Parasitic element adds design complexity.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BA62-EC25-DC0A-8D45-31DDACAAEA9F}"/>
              </a:ext>
            </a:extLst>
          </p:cNvPr>
          <p:cNvSpPr txBox="1"/>
          <p:nvPr/>
        </p:nvSpPr>
        <p:spPr>
          <a:xfrm>
            <a:off x="304800" y="616803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Existing System Drawbacks: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4164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Application and Select substrate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27898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941570" y="3153568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380409" y="3137235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679162" y="3026580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53338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67182" y="1739465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7" y="1697596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534080" y="2342298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858814" y="3373249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3093427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280650" y="4584008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907152" y="4657667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</a:p>
          <a:p>
            <a:pPr algn="ctr"/>
            <a:r>
              <a:rPr lang="en-US" dirty="0"/>
              <a:t>(S11,VSWR)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429569" y="4483268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UWB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7000680" y="6076339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3093427" y="4835398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508447" y="4879237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203599" y="5683269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above 85% 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5.REQUIREMENTS: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7.APPLICATIONS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Pandya, T. Upadhyaya, U. Patel, et al., “Performance Analysis of Quad-Port UWB MIMO Antenna System for Sub 6 GHz 5G, WLAN and X Band Communications,” Results in Engineering 22 (2024): 102318, https://doi.org/10.1016/ j.rineng.2024.102318</a:t>
            </a:r>
            <a:r>
              <a:rPr lang="en-IN" sz="2000" dirty="0"/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Reddy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1071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Times New Roman</vt:lpstr>
      <vt:lpstr>Wingdings</vt:lpstr>
      <vt:lpstr>Office Theme</vt:lpstr>
      <vt:lpstr>Four-Element UWB MIMO Antenna System With a Square Frame Decoupling Structure for Enhanced Isolation and Polarization Diversity Characteristics</vt:lpstr>
      <vt:lpstr>CONTENTS</vt:lpstr>
      <vt:lpstr>1.ABSTRACT</vt:lpstr>
      <vt:lpstr> 2.EXISTING SYSTEM </vt:lpstr>
      <vt:lpstr>PowerPoint Presentation</vt:lpstr>
      <vt:lpstr>PowerPoint Presentation</vt:lpstr>
      <vt:lpstr>PowerPoint Presentation</vt:lpstr>
      <vt:lpstr>PowerPoint Presentation</vt:lpstr>
      <vt:lpstr> 3.PROPOSED SYSTEM &amp; IT’S WORKING </vt:lpstr>
      <vt:lpstr>4.EXPECTED OUTCOMES </vt:lpstr>
      <vt:lpstr>PowerPoint Presentation</vt:lpstr>
      <vt:lpstr>6.ADVANTAGES  </vt:lpstr>
      <vt:lpstr>7.APPLICATIONS </vt:lpstr>
      <vt:lpstr>8.REFERENCES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45</cp:revision>
  <dcterms:created xsi:type="dcterms:W3CDTF">2006-08-16T00:00:00Z</dcterms:created>
  <dcterms:modified xsi:type="dcterms:W3CDTF">2025-09-16T17:34:31Z</dcterms:modified>
</cp:coreProperties>
</file>