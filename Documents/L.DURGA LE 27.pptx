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 charset="0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Lucida Sans" charset="0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4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6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36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8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5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1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9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2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0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6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7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10/23/2025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>
            <a:off x="685800" y="1730478"/>
            <a:ext cx="7772400" cy="68825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00B05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Electronics &amp; Communication Engineering</a:t>
            </a:r>
            <a:endParaRPr lang="zh-CN" altLang="en-US" sz="2400" b="0" i="0" u="none" strike="noStrike" kern="1200" cap="none" spc="0" baseline="0">
              <a:solidFill>
                <a:srgbClr val="00B05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13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0773" y="260648"/>
            <a:ext cx="8131278" cy="13959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矩形"/>
          <p:cNvSpPr>
            <a:spLocks/>
          </p:cNvSpPr>
          <p:nvPr/>
        </p:nvSpPr>
        <p:spPr>
          <a:xfrm>
            <a:off x="1868128" y="2492591"/>
            <a:ext cx="4989871" cy="22031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</a:t>
            </a:r>
            <a:r>
              <a:rPr lang="en-US" altLang="zh-CN" sz="2400" b="0" i="0" u="none" strike="noStrike" kern="1200" cap="none" spc="-13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PRESENTATION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ON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EMBEDDED SYSTEMS</a:t>
            </a:r>
            <a:endParaRPr lang="en-US" altLang="zh-CN" sz="2000" b="1" i="0" u="none" strike="noStrike" kern="1200" cap="none" spc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TRAINING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CARRIED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OUT 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BY</a:t>
            </a:r>
            <a:r>
              <a:rPr lang="en-US" altLang="zh-CN" sz="1800" b="0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5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APSSDC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187035" y="4925290"/>
            <a:ext cx="4738925" cy="7745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53213" indent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</a:t>
            </a:r>
            <a:r>
              <a:rPr lang="en-US" altLang="zh-CN" sz="1800" b="0" i="0" u="none" strike="noStrike" kern="1200" cap="none" spc="-1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</a:t>
            </a:r>
            <a:r>
              <a:rPr lang="en-US" altLang="zh-CN" sz="1800" b="0" i="0" u="none" strike="noStrike" kern="1200" cap="none" spc="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Faculty Guidance of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altLang="zh-CN" b="1" spc="-65" dirty="0">
                <a:latin typeface="Times New Roman" pitchFamily="18" charset="0"/>
                <a:cs typeface="Times New Roman" pitchFamily="18" charset="0"/>
              </a:rPr>
              <a:t>DR.B.NANCHARAIAH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4405075" y="4681855"/>
            <a:ext cx="4738925" cy="16116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 by</a:t>
            </a:r>
            <a:endParaRPr lang="en-US" altLang="zh-CN" spc="-5" dirty="0">
              <a:latin typeface="Times New Roman" pitchFamily="18" charset="0"/>
              <a:cs typeface="Times New Roman" pitchFamily="18" charset="0"/>
            </a:endParaRP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pc="-5" dirty="0">
                <a:latin typeface="Times New Roman" pitchFamily="18" charset="0"/>
                <a:cs typeface="Times New Roman" pitchFamily="18" charset="0"/>
              </a:rPr>
              <a:t>TOKALA LAKSHMI DURGA</a:t>
            </a:r>
          </a:p>
          <a:p>
            <a:pPr marL="12700" indent="1397000">
              <a:lnSpc>
                <a:spcPct val="150000"/>
              </a:lnSpc>
              <a:spcBef>
                <a:spcPts val="100"/>
              </a:spcBef>
            </a:pPr>
            <a:r>
              <a:rPr lang="en-US" altLang="zh-CN" sz="1800" b="1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pc="-5" dirty="0">
                <a:latin typeface="Times New Roman" pitchFamily="18" charset="0"/>
                <a:cs typeface="Times New Roman" pitchFamily="18" charset="0"/>
              </a:rPr>
              <a:t>23NG5A0427</a:t>
            </a:r>
            <a:endParaRPr lang="zh-CN" altLang="en-US" sz="1800" b="1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6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OUTLINE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>
            <a:off x="457200" y="904568"/>
            <a:ext cx="8229600" cy="522159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Company Overview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Tasks and Responsibilities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 TO EMBEDDED SYSTEMS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457200" y="1619864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 or microprocessor-based system, designed to perform a specific function or task within a larger system.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 dedicated function.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Responds to inputs within a defined time limit.</a:t>
            </a:r>
          </a:p>
        </p:txBody>
      </p:sp>
    </p:spTree>
    <p:extLst>
      <p:ext uri="{BB962C8B-B14F-4D97-AF65-F5344CB8AC3E}">
        <p14:creationId xmlns:p14="http://schemas.microsoft.com/office/powerpoint/2010/main" val="15105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>
            <a:off x="457200" y="383458"/>
            <a:ext cx="8229600" cy="6115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Optimized for power, cost, and performance.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Includes both hardware (e.g., sensors, actuators) and software (firmware).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Consumer electronics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Industrial automation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Defense and aerospace system.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1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OVERVIEW OF THE ORGANIZATION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>
            <a:off x="457200" y="825910"/>
            <a:ext cx="8229600" cy="66367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Andhra Pradesh State Skill Development Corporation (APSSDC) is a public–private partnership that promotes skill development and entrepreneurship.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 organization collaborates with leading technology companies to offer industry-relevant virtual internships, including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EMBEDDED SYSTEMS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Policy Focus :Skill development,</a:t>
            </a:r>
          </a:p>
          <a:p>
            <a:pPr marL="0" indent="0" algn="just"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Entrepreneurship ,and technical education.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5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457200" y="1061884"/>
            <a:ext cx="8229600" cy="50642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Understand the fundamentals of Embedded systems.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 hands-on experience with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proteus and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Implement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some projects like lcd display ,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led’s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patterns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 to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about sensors ,lcd display ,buzzer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Enhance teamwork, project management, and communication skills.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608F-EDA9-D8F6-2146-B2922432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AND RESPONSIBILITES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0C61C-0B50-AB5B-7E55-46ED4660B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75" y="319990"/>
            <a:ext cx="9262090" cy="567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 and tested embedded circuits using tools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Proteus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embedded C programs 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eal-time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and monitoring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hardware and software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Documented circuit designs, flowcharts,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for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1428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F113E-2A2A-2D61-FEE8-4907A08C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7" y="2240177"/>
            <a:ext cx="8146486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1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3A4B-E692-0BA6-D4E5-C1277CFB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5" y="462116"/>
            <a:ext cx="8539316" cy="566404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CIRCUIT DIAGRAM</a:t>
            </a:r>
            <a:r>
              <a:rPr lang="en-IN" dirty="0"/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5A5209-E43A-C24B-1BF8-AAC1D9D1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71506"/>
            <a:ext cx="7883217" cy="40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>
            <a:off x="2340077" y="294969"/>
            <a:ext cx="4680155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87E00-AC54-4656-C282-5CE08263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8" y="986483"/>
            <a:ext cx="8809483" cy="2336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5A6E7-0BCF-B46A-BEDE-5E3F5435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2" y="3428999"/>
            <a:ext cx="8687553" cy="30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>
            <a:off x="2084440" y="285135"/>
            <a:ext cx="4466302" cy="9848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en-US" altLang="zh-CN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8890D-C688-758C-3974-96ED1321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8" y="1012722"/>
            <a:ext cx="8588484" cy="2487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F83C5-B7B1-9AFC-F6ED-0E96CC40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8" y="3834580"/>
            <a:ext cx="8740897" cy="23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294968" y="884904"/>
            <a:ext cx="8391832" cy="52412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Successfully deployed a 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olar charger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Gained practical understanding of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ARDUINO AND TINKER CAD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Improved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, proteus, Arduino and tinker cad skills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Learned the use of embedded system technology.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1"/>
          </p:nvPr>
        </p:nvSpPr>
        <p:spPr>
          <a:xfrm>
            <a:off x="457200" y="1130710"/>
            <a:ext cx="8229600" cy="545265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difficulties in debugging hardware connections and circuit faults during testing.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Overcame programming errors while writing and compiling embedded C code.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properly interface sensors and actuators with microcontrollers.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timing and synchronization issues in real-time embedded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07641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457200" y="1288026"/>
            <a:ext cx="8229600" cy="510294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embedded engineers in industries like automotive, IoT, robotics, and healthcare.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IoT for developing smart and connected embedded devices.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with ARM, RISC-V, and FPGA-based systems for advanced applications.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low-power and energy-efficient embedded solutions.</a:t>
            </a:r>
          </a:p>
        </p:txBody>
      </p:sp>
    </p:spTree>
    <p:extLst>
      <p:ext uri="{BB962C8B-B14F-4D97-AF65-F5344CB8AC3E}">
        <p14:creationId xmlns:p14="http://schemas.microsoft.com/office/powerpoint/2010/main" val="125406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206476" y="1052052"/>
            <a:ext cx="8799871" cy="5074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provided valuable hands-on experience in embedded system design and development.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practical knowledge of microcontroller programming, sensor interfacing, and circuit simulation.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how hardware and software work together in real-time systems.</a:t>
            </a:r>
          </a:p>
        </p:txBody>
      </p:sp>
    </p:spTree>
    <p:extLst>
      <p:ext uri="{BB962C8B-B14F-4D97-AF65-F5344CB8AC3E}">
        <p14:creationId xmlns:p14="http://schemas.microsoft.com/office/powerpoint/2010/main" val="123612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54CB45-9035-45A6-5F99-1792FEC32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80" y="922789"/>
            <a:ext cx="6912527" cy="51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8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 txBox="1">
            <a:spLocks/>
          </p:cNvSpPr>
          <p:nvPr/>
        </p:nvSpPr>
        <p:spPr>
          <a:xfrm>
            <a:off x="3438557" y="3330075"/>
            <a:ext cx="2564316" cy="577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charset="0"/>
                <a:ea typeface="宋体" charset="0"/>
                <a:cs typeface="Lucida Sans" charset="0"/>
              </a:rPr>
              <a:t>Thank you 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7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100</TotalTime>
  <Words>481</Words>
  <Application>Microsoft Office PowerPoint</Application>
  <PresentationFormat>On-screen Show (4:3)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Droid Sans</vt:lpstr>
      <vt:lpstr>Times New Roman</vt:lpstr>
      <vt:lpstr>Office Theme</vt:lpstr>
      <vt:lpstr>Department of Electronics &amp; Communication Engineering</vt:lpstr>
      <vt:lpstr>OUTLINE</vt:lpstr>
      <vt:lpstr>INTRODUCTION TO EMBEDDED SYSTEMS</vt:lpstr>
      <vt:lpstr>PowerPoint Presentation</vt:lpstr>
      <vt:lpstr>OVERVIEW OF THE ORGANIZATION</vt:lpstr>
      <vt:lpstr>INTERNSHIP OBJECTIVES</vt:lpstr>
      <vt:lpstr>TASKS AND RESPONSIBILITES</vt:lpstr>
      <vt:lpstr>PROPOSED SOLUTION</vt:lpstr>
      <vt:lpstr>PowerPoint Presentation</vt:lpstr>
      <vt:lpstr>PowerPoint Presentation</vt:lpstr>
      <vt:lpstr>PowerPoint Presentation</vt:lpstr>
      <vt:lpstr>ACHIEVEMENTS AND OUTCOMES</vt:lpstr>
      <vt:lpstr>CHALLENGES AND LESSONS LEARNED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Nikhitha Batchu</dc:creator>
  <dc:description>generated using python-pptx</dc:description>
  <cp:lastModifiedBy>lakshmi durga</cp:lastModifiedBy>
  <cp:revision>16</cp:revision>
  <dcterms:created xsi:type="dcterms:W3CDTF">2013-01-27T09:14:00Z</dcterms:created>
  <dcterms:modified xsi:type="dcterms:W3CDTF">2025-10-23T14:14:06Z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1E232DFDA1CE446093EB463814E3ACBC_13</vt:lpwstr>
  </property>
  <property fmtid="{D5CDD505-2E9C-101B-9397-08002B2CF9AE}" pid="3" name="KSOProductBuildVer">
    <vt:lpwstr>1033-12.2.0.23131</vt:lpwstr>
  </property>
</Properties>
</file>