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0" r:id="rId5"/>
    <p:sldId id="272" r:id="rId6"/>
    <p:sldId id="273" r:id="rId7"/>
    <p:sldId id="274" r:id="rId8"/>
    <p:sldId id="262" r:id="rId9"/>
    <p:sldId id="270" r:id="rId10"/>
    <p:sldId id="263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8D311-F541-4137-8D85-770D424423ED}" v="19" dt="2025-09-11T13:39:09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urga" userId="166ca152698b5a08" providerId="LiveId" clId="{8745DC02-0830-49F6-B3C4-ECA2774765F4}"/>
    <pc:docChg chg="undo custSel addSld delSld modSld">
      <pc:chgData name="lakshmi durga" userId="166ca152698b5a08" providerId="LiveId" clId="{8745DC02-0830-49F6-B3C4-ECA2774765F4}" dt="2025-09-11T13:41:32.473" v="1064" actId="20577"/>
      <pc:docMkLst>
        <pc:docMk/>
      </pc:docMkLst>
      <pc:sldChg chg="modSp mod">
        <pc:chgData name="lakshmi durga" userId="166ca152698b5a08" providerId="LiveId" clId="{8745DC02-0830-49F6-B3C4-ECA2774765F4}" dt="2025-09-09T17:59:25.626" v="866" actId="5793"/>
        <pc:sldMkLst>
          <pc:docMk/>
          <pc:sldMk cId="0" sldId="258"/>
        </pc:sldMkLst>
        <pc:spChg chg="mod">
          <ac:chgData name="lakshmi durga" userId="166ca152698b5a08" providerId="LiveId" clId="{8745DC02-0830-49F6-B3C4-ECA2774765F4}" dt="2025-09-09T17:59:25.626" v="866" actId="579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09-11T13:33:51.573" v="1006" actId="255"/>
        <pc:sldMkLst>
          <pc:docMk/>
          <pc:sldMk cId="0" sldId="260"/>
        </pc:sldMkLst>
        <pc:spChg chg="mod">
          <ac:chgData name="lakshmi durga" userId="166ca152698b5a08" providerId="LiveId" clId="{8745DC02-0830-49F6-B3C4-ECA2774765F4}" dt="2025-09-11T13:33:51.573" v="1006" actId="255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">
        <pc:chgData name="lakshmi durga" userId="166ca152698b5a08" providerId="LiveId" clId="{8745DC02-0830-49F6-B3C4-ECA2774765F4}" dt="2025-09-10T12:53:53.183" v="896" actId="1076"/>
        <pc:sldMkLst>
          <pc:docMk/>
          <pc:sldMk cId="0" sldId="262"/>
        </pc:sldMkLst>
        <pc:spChg chg="mod">
          <ac:chgData name="lakshmi durga" userId="166ca152698b5a08" providerId="LiveId" clId="{8745DC02-0830-49F6-B3C4-ECA2774765F4}" dt="2025-09-09T16:42:26.720" v="247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lakshmi durga" userId="166ca152698b5a08" providerId="LiveId" clId="{8745DC02-0830-49F6-B3C4-ECA2774765F4}" dt="2025-09-10T12:51:44.116" v="874" actId="1076"/>
          <ac:spMkLst>
            <pc:docMk/>
            <pc:sldMk cId="0" sldId="262"/>
            <ac:spMk id="9" creationId="{97D8B7EB-9884-70E6-FABC-FB8E8156E819}"/>
          </ac:spMkLst>
        </pc:spChg>
        <pc:spChg chg="mod">
          <ac:chgData name="lakshmi durga" userId="166ca152698b5a08" providerId="LiveId" clId="{8745DC02-0830-49F6-B3C4-ECA2774765F4}" dt="2025-09-10T12:52:20.078" v="880" actId="1076"/>
          <ac:spMkLst>
            <pc:docMk/>
            <pc:sldMk cId="0" sldId="262"/>
            <ac:spMk id="10" creationId="{B57902D0-B9B1-B3DC-7550-6528F376F404}"/>
          </ac:spMkLst>
        </pc:spChg>
        <pc:spChg chg="mod">
          <ac:chgData name="lakshmi durga" userId="166ca152698b5a08" providerId="LiveId" clId="{8745DC02-0830-49F6-B3C4-ECA2774765F4}" dt="2025-09-10T12:52:30.570" v="882" actId="1076"/>
          <ac:spMkLst>
            <pc:docMk/>
            <pc:sldMk cId="0" sldId="262"/>
            <ac:spMk id="11" creationId="{052B732A-378D-691A-2D93-7279FA8DBA73}"/>
          </ac:spMkLst>
        </pc:spChg>
        <pc:spChg chg="mod">
          <ac:chgData name="lakshmi durga" userId="166ca152698b5a08" providerId="LiveId" clId="{8745DC02-0830-49F6-B3C4-ECA2774765F4}" dt="2025-09-10T12:52:06.784" v="878" actId="1076"/>
          <ac:spMkLst>
            <pc:docMk/>
            <pc:sldMk cId="0" sldId="262"/>
            <ac:spMk id="12" creationId="{2DCF2722-02C2-188A-FA74-2ED1EAA192C5}"/>
          </ac:spMkLst>
        </pc:spChg>
        <pc:spChg chg="mod">
          <ac:chgData name="lakshmi durga" userId="166ca152698b5a08" providerId="LiveId" clId="{8745DC02-0830-49F6-B3C4-ECA2774765F4}" dt="2025-09-10T12:51:55.904" v="877" actId="1076"/>
          <ac:spMkLst>
            <pc:docMk/>
            <pc:sldMk cId="0" sldId="262"/>
            <ac:spMk id="13" creationId="{7A36C1ED-41EC-0A03-217C-17780011BAD9}"/>
          </ac:spMkLst>
        </pc:spChg>
        <pc:spChg chg="mod">
          <ac:chgData name="lakshmi durga" userId="166ca152698b5a08" providerId="LiveId" clId="{8745DC02-0830-49F6-B3C4-ECA2774765F4}" dt="2025-09-10T12:51:51.562" v="876" actId="1076"/>
          <ac:spMkLst>
            <pc:docMk/>
            <pc:sldMk cId="0" sldId="262"/>
            <ac:spMk id="14" creationId="{59E40A52-38C8-2897-5E81-F3E1CCA76266}"/>
          </ac:spMkLst>
        </pc:spChg>
        <pc:spChg chg="mod">
          <ac:chgData name="lakshmi durga" userId="166ca152698b5a08" providerId="LiveId" clId="{8745DC02-0830-49F6-B3C4-ECA2774765F4}" dt="2025-09-10T12:51:48.521" v="875" actId="1076"/>
          <ac:spMkLst>
            <pc:docMk/>
            <pc:sldMk cId="0" sldId="262"/>
            <ac:spMk id="15" creationId="{3072AFA4-0F5F-D664-95D8-E6956D8C7B9A}"/>
          </ac:spMkLst>
        </pc:spChg>
        <pc:spChg chg="mod">
          <ac:chgData name="lakshmi durga" userId="166ca152698b5a08" providerId="LiveId" clId="{8745DC02-0830-49F6-B3C4-ECA2774765F4}" dt="2025-09-10T12:53:53.183" v="896" actId="1076"/>
          <ac:spMkLst>
            <pc:docMk/>
            <pc:sldMk cId="0" sldId="262"/>
            <ac:spMk id="16" creationId="{6C134305-2DEC-879C-D935-191F2215723B}"/>
          </ac:spMkLst>
        </pc:spChg>
        <pc:spChg chg="mod">
          <ac:chgData name="lakshmi durga" userId="166ca152698b5a08" providerId="LiveId" clId="{8745DC02-0830-49F6-B3C4-ECA2774765F4}" dt="2025-09-10T12:52:12.793" v="879" actId="1076"/>
          <ac:spMkLst>
            <pc:docMk/>
            <pc:sldMk cId="0" sldId="262"/>
            <ac:spMk id="17" creationId="{F1E951CF-E3BA-B704-89F5-035D38C675D4}"/>
          </ac:spMkLst>
        </pc:spChg>
        <pc:spChg chg="mod">
          <ac:chgData name="lakshmi durga" userId="166ca152698b5a08" providerId="LiveId" clId="{8745DC02-0830-49F6-B3C4-ECA2774765F4}" dt="2025-09-10T12:52:24.973" v="881" actId="1076"/>
          <ac:spMkLst>
            <pc:docMk/>
            <pc:sldMk cId="0" sldId="262"/>
            <ac:spMk id="18" creationId="{C2364D3F-9936-A9FB-F4E4-DEBCFB743D3C}"/>
          </ac:spMkLst>
        </pc:spChg>
        <pc:spChg chg="mod">
          <ac:chgData name="lakshmi durga" userId="166ca152698b5a08" providerId="LiveId" clId="{8745DC02-0830-49F6-B3C4-ECA2774765F4}" dt="2025-09-10T12:53:09.450" v="889" actId="1076"/>
          <ac:spMkLst>
            <pc:docMk/>
            <pc:sldMk cId="0" sldId="262"/>
            <ac:spMk id="20" creationId="{3991DC07-39F5-08CF-C69C-C5CD497CCEB8}"/>
          </ac:spMkLst>
        </pc:spChg>
        <pc:spChg chg="mod">
          <ac:chgData name="lakshmi durga" userId="166ca152698b5a08" providerId="LiveId" clId="{8745DC02-0830-49F6-B3C4-ECA2774765F4}" dt="2025-09-10T12:53:20.312" v="891" actId="1076"/>
          <ac:spMkLst>
            <pc:docMk/>
            <pc:sldMk cId="0" sldId="262"/>
            <ac:spMk id="21" creationId="{65972589-AB15-9232-2C73-5174D91118FE}"/>
          </ac:spMkLst>
        </pc:spChg>
        <pc:spChg chg="mod">
          <ac:chgData name="lakshmi durga" userId="166ca152698b5a08" providerId="LiveId" clId="{8745DC02-0830-49F6-B3C4-ECA2774765F4}" dt="2025-09-10T12:53:31.788" v="893" actId="1076"/>
          <ac:spMkLst>
            <pc:docMk/>
            <pc:sldMk cId="0" sldId="262"/>
            <ac:spMk id="22" creationId="{34288B00-006C-DB62-0601-0DC85C86808B}"/>
          </ac:spMkLst>
        </pc:spChg>
        <pc:spChg chg="mod">
          <ac:chgData name="lakshmi durga" userId="166ca152698b5a08" providerId="LiveId" clId="{8745DC02-0830-49F6-B3C4-ECA2774765F4}" dt="2025-09-10T12:53:44.701" v="895" actId="1076"/>
          <ac:spMkLst>
            <pc:docMk/>
            <pc:sldMk cId="0" sldId="262"/>
            <ac:spMk id="23" creationId="{9D08C07C-F607-6A24-53A6-9C69A6803632}"/>
          </ac:spMkLst>
        </pc:spChg>
        <pc:spChg chg="mod">
          <ac:chgData name="lakshmi durga" userId="166ca152698b5a08" providerId="LiveId" clId="{8745DC02-0830-49F6-B3C4-ECA2774765F4}" dt="2025-09-10T12:53:16.186" v="890" actId="1076"/>
          <ac:spMkLst>
            <pc:docMk/>
            <pc:sldMk cId="0" sldId="262"/>
            <ac:spMk id="25" creationId="{66FC4AAE-9F2C-E278-BAFB-4F678F976EBE}"/>
          </ac:spMkLst>
        </pc:spChg>
        <pc:spChg chg="mod">
          <ac:chgData name="lakshmi durga" userId="166ca152698b5a08" providerId="LiveId" clId="{8745DC02-0830-49F6-B3C4-ECA2774765F4}" dt="2025-09-10T12:53:25.964" v="892" actId="1076"/>
          <ac:spMkLst>
            <pc:docMk/>
            <pc:sldMk cId="0" sldId="262"/>
            <ac:spMk id="26" creationId="{48FFA2D8-79B9-359B-C2A3-D2BB6B3363FF}"/>
          </ac:spMkLst>
        </pc:spChg>
        <pc:spChg chg="mod">
          <ac:chgData name="lakshmi durga" userId="166ca152698b5a08" providerId="LiveId" clId="{8745DC02-0830-49F6-B3C4-ECA2774765F4}" dt="2025-09-10T12:53:37.679" v="894" actId="1076"/>
          <ac:spMkLst>
            <pc:docMk/>
            <pc:sldMk cId="0" sldId="262"/>
            <ac:spMk id="27" creationId="{5D4A004D-2D73-3830-58AD-DC21C244F108}"/>
          </ac:spMkLst>
        </pc:spChg>
      </pc:sldChg>
      <pc:sldChg chg="modSp mod">
        <pc:chgData name="lakshmi durga" userId="166ca152698b5a08" providerId="LiveId" clId="{8745DC02-0830-49F6-B3C4-ECA2774765F4}" dt="2025-09-09T17:27:45.051" v="662" actId="20577"/>
        <pc:sldMkLst>
          <pc:docMk/>
          <pc:sldMk cId="0" sldId="263"/>
        </pc:sldMkLst>
        <pc:spChg chg="mod">
          <ac:chgData name="lakshmi durga" userId="166ca152698b5a08" providerId="LiveId" clId="{8745DC02-0830-49F6-B3C4-ECA2774765F4}" dt="2025-09-09T17:27:45.051" v="662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lakshmi durga" userId="166ca152698b5a08" providerId="LiveId" clId="{8745DC02-0830-49F6-B3C4-ECA2774765F4}" dt="2025-09-09T17:24:47.146" v="601" actId="20577"/>
          <ac:spMkLst>
            <pc:docMk/>
            <pc:sldMk cId="0" sldId="263"/>
            <ac:spMk id="4" creationId="{00000000-0000-0000-0000-000000000000}"/>
          </ac:spMkLst>
        </pc:spChg>
      </pc:sldChg>
      <pc:sldChg chg="del">
        <pc:chgData name="lakshmi durga" userId="166ca152698b5a08" providerId="LiveId" clId="{8745DC02-0830-49F6-B3C4-ECA2774765F4}" dt="2025-09-09T17:26:46.194" v="623" actId="2696"/>
        <pc:sldMkLst>
          <pc:docMk/>
          <pc:sldMk cId="0" sldId="264"/>
        </pc:sldMkLst>
      </pc:sldChg>
      <pc:sldChg chg="modSp mod">
        <pc:chgData name="lakshmi durga" userId="166ca152698b5a08" providerId="LiveId" clId="{8745DC02-0830-49F6-B3C4-ECA2774765F4}" dt="2025-09-11T13:40:22.035" v="1057" actId="20577"/>
        <pc:sldMkLst>
          <pc:docMk/>
          <pc:sldMk cId="0" sldId="265"/>
        </pc:sldMkLst>
        <pc:spChg chg="mod">
          <ac:chgData name="lakshmi durga" userId="166ca152698b5a08" providerId="LiveId" clId="{8745DC02-0830-49F6-B3C4-ECA2774765F4}" dt="2025-09-11T13:40:22.035" v="1057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09-09T17:54:58.288" v="841" actId="1076"/>
        <pc:sldMkLst>
          <pc:docMk/>
          <pc:sldMk cId="0" sldId="266"/>
        </pc:sldMkLst>
        <pc:spChg chg="mod">
          <ac:chgData name="lakshmi durga" userId="166ca152698b5a08" providerId="LiveId" clId="{8745DC02-0830-49F6-B3C4-ECA2774765F4}" dt="2025-09-09T17:54:06.067" v="837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09-09T17:54:58.288" v="841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09-09T17:55:39.612" v="848" actId="123"/>
        <pc:sldMkLst>
          <pc:docMk/>
          <pc:sldMk cId="0" sldId="267"/>
        </pc:sldMkLst>
        <pc:spChg chg="mod">
          <ac:chgData name="lakshmi durga" userId="166ca152698b5a08" providerId="LiveId" clId="{8745DC02-0830-49F6-B3C4-ECA2774765F4}" dt="2025-09-09T17:38:48.091" v="748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09-09T17:55:39.612" v="848" actId="123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mod">
        <pc:chgData name="lakshmi durga" userId="166ca152698b5a08" providerId="LiveId" clId="{8745DC02-0830-49F6-B3C4-ECA2774765F4}" dt="2025-09-10T13:02:35.468" v="898" actId="20577"/>
        <pc:sldMkLst>
          <pc:docMk/>
          <pc:sldMk cId="0" sldId="270"/>
        </pc:sldMkLst>
        <pc:spChg chg="mod">
          <ac:chgData name="lakshmi durga" userId="166ca152698b5a08" providerId="LiveId" clId="{8745DC02-0830-49F6-B3C4-ECA2774765F4}" dt="2025-09-09T17:19:45.207" v="287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09-10T13:02:35.468" v="898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09-11T13:41:32.473" v="1064" actId="20577"/>
        <pc:sldMkLst>
          <pc:docMk/>
          <pc:sldMk cId="2704050802" sldId="271"/>
        </pc:sldMkLst>
        <pc:spChg chg="mod">
          <ac:chgData name="lakshmi durga" userId="166ca152698b5a08" providerId="LiveId" clId="{8745DC02-0830-49F6-B3C4-ECA2774765F4}" dt="2025-09-11T13:41:32.473" v="1064" actId="20577"/>
          <ac:spMkLst>
            <pc:docMk/>
            <pc:sldMk cId="2704050802" sldId="271"/>
            <ac:spMk id="3" creationId="{00000000-0000-0000-0000-000000000000}"/>
          </ac:spMkLst>
        </pc:spChg>
      </pc:sldChg>
      <pc:sldChg chg="addSp delSp modSp new mod">
        <pc:chgData name="lakshmi durga" userId="166ca152698b5a08" providerId="LiveId" clId="{8745DC02-0830-49F6-B3C4-ECA2774765F4}" dt="2025-09-11T13:39:22.580" v="1055" actId="1076"/>
        <pc:sldMkLst>
          <pc:docMk/>
          <pc:sldMk cId="1941648552" sldId="274"/>
        </pc:sldMkLst>
        <pc:spChg chg="add mod">
          <ac:chgData name="lakshmi durga" userId="166ca152698b5a08" providerId="LiveId" clId="{8745DC02-0830-49F6-B3C4-ECA2774765F4}" dt="2025-09-11T13:39:09.463" v="1054"/>
          <ac:spMkLst>
            <pc:docMk/>
            <pc:sldMk cId="1941648552" sldId="274"/>
            <ac:spMk id="3" creationId="{93DBD461-5EAA-9864-8CA1-807DDFE74E12}"/>
          </ac:spMkLst>
        </pc:spChg>
        <pc:spChg chg="add mod">
          <ac:chgData name="lakshmi durga" userId="166ca152698b5a08" providerId="LiveId" clId="{8745DC02-0830-49F6-B3C4-ECA2774765F4}" dt="2025-09-11T13:39:22.580" v="1055" actId="1076"/>
          <ac:spMkLst>
            <pc:docMk/>
            <pc:sldMk cId="1941648552" sldId="274"/>
            <ac:spMk id="5" creationId="{49C8BA62-EC25-DC0A-8D45-31DDACAAEA9F}"/>
          </ac:spMkLst>
        </pc:spChg>
        <pc:graphicFrameChg chg="add del mod modGraphic">
          <ac:chgData name="lakshmi durga" userId="166ca152698b5a08" providerId="LiveId" clId="{8745DC02-0830-49F6-B3C4-ECA2774765F4}" dt="2025-09-11T13:37:51.057" v="1048" actId="27309"/>
          <ac:graphicFrameMkLst>
            <pc:docMk/>
            <pc:sldMk cId="1941648552" sldId="274"/>
            <ac:graphicFrameMk id="7" creationId="{12F2D229-149E-DDA1-E678-26BF2650979D}"/>
          </ac:graphicFrameMkLst>
        </pc:graphicFrameChg>
      </pc:sldChg>
      <pc:sldChg chg="modSp mod">
        <pc:chgData name="lakshmi durga" userId="166ca152698b5a08" providerId="LiveId" clId="{8745DC02-0830-49F6-B3C4-ECA2774765F4}" dt="2025-09-09T17:59:46.994" v="872" actId="20577"/>
        <pc:sldMkLst>
          <pc:docMk/>
          <pc:sldMk cId="3602402682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1600200"/>
          </a:xfrm>
        </p:spPr>
        <p:txBody>
          <a:bodyPr>
            <a:noAutofit/>
          </a:bodyPr>
          <a:lstStyle/>
          <a:p>
            <a:r>
              <a:rPr lang="en-US" sz="2800" b="1" dirty="0"/>
              <a:t>Four-Element UWB MIMO Antenna System With a Square Frame Decoupling Structure for Enhanced Isolation and Polarization Diversity Characteristics</a:t>
            </a:r>
            <a:endParaRPr lang="en-US" sz="2800" b="1" dirty="0">
              <a:solidFill>
                <a:srgbClr val="FF0000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199"/>
            <a:ext cx="8382000" cy="3505201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by  </a:t>
            </a:r>
          </a:p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Batch no: C5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</a:t>
            </a:r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T.LAKSHMI</a:t>
            </a:r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DURGA</a:t>
            </a:r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</a:t>
            </a:r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(23NG5A0427)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D.KISHORE		        (22NG1A04F1)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		SK.NAGUR SAIDA	        (23NG5A0423)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K.SYAM PRASAD	        (22NG1A04G0)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Under the Esteemed Guidance of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Dr. A. Suneel Kumar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M.Tech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,(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Ph.D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)</a:t>
            </a:r>
          </a:p>
          <a:p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Associate professor</a:t>
            </a:r>
            <a:endParaRPr lang="en-US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ECE-HOD\Desktop\logo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09600" y="5410200"/>
            <a:ext cx="7848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" y="4964668"/>
            <a:ext cx="891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0000FF"/>
                </a:solidFill>
                <a:latin typeface="Bookman Old Style" pitchFamily="18" charset="0"/>
              </a:rPr>
              <a:t>  </a:t>
            </a:r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05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6248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Existing system (Methodology/Algorithm/Protocol)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system (Block Diagram) &amp; it’s working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(Results/outputs)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Requirements: Software / &amp; Hardware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 antenna is proposed for Ultrawideband (UWB) applications, focusing on compactness and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wide operating range from 3.7 GHz to 15.7 GHz (12 GHz bandwidth)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four-element MIMO setup is arranged orthogonally to enhance diversity and spatial performance.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mode, bandwidth improves to 2.9 GHz to 16.2 GHz, covering more UWB spectrum.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maximum gain of 5.5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14 GHz with &gt;80% total efficiency across the resonance band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geometric parasitic element between antenna elements boosts isolation by 15 dB, reducing mutual coupling.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— 20×26 mm² for a single element and 46×48 mm² for the full MIMO array.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 UWB antennas like monopole and slot designs supported wide bandwidth but lacked MIMO diversity.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Multi-element MIMO antennas suffered from strong mutual coupling when elements were placed close together.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designs used a common ground plane without modification, which reduced isolation.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bandwidth was often limited to around 3–10 GHz, not covering higher frequencies.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was relatively large, making it unsuitable for compact devices.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used multilayer substrates or expensive materials, making them less cost-effective.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antennas are widely used to improve channel capacity, reliability, and spectral efficiency.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17CF8-B9E9-8CA7-A663-D29AA409D8BE}"/>
              </a:ext>
            </a:extLst>
          </p:cNvPr>
          <p:cNvSpPr txBox="1"/>
          <p:nvPr/>
        </p:nvSpPr>
        <p:spPr>
          <a:xfrm>
            <a:off x="381000" y="152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Single Element: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F9797-746B-2B48-2D44-3516A35C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1741"/>
            <a:ext cx="2971800" cy="3042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B3EF3-F928-5810-27F8-4E861AEB0AD7}"/>
              </a:ext>
            </a:extLst>
          </p:cNvPr>
          <p:cNvSpPr txBox="1"/>
          <p:nvPr/>
        </p:nvSpPr>
        <p:spPr>
          <a:xfrm>
            <a:off x="133739" y="45397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1: Proposed CPW UWB antenna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3C6BC4-E22C-6885-7A05-611C112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412579"/>
            <a:ext cx="4953000" cy="1714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AF6EF1-F68E-6051-AAA3-7140937ACD5B}"/>
              </a:ext>
            </a:extLst>
          </p:cNvPr>
          <p:cNvSpPr txBox="1"/>
          <p:nvPr/>
        </p:nvSpPr>
        <p:spPr>
          <a:xfrm>
            <a:off x="4114800" y="180619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Table 1: Proposed antenna dimensions</a:t>
            </a:r>
          </a:p>
        </p:txBody>
      </p:sp>
    </p:spTree>
    <p:extLst>
      <p:ext uri="{BB962C8B-B14F-4D97-AF65-F5344CB8AC3E}">
        <p14:creationId xmlns:p14="http://schemas.microsoft.com/office/powerpoint/2010/main" val="2193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31C7AE-83BC-10C6-0C84-419302E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0"/>
            <a:ext cx="3673092" cy="3707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E0CB30-1F62-6C27-9041-9AD09BC2F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08" y="1430723"/>
            <a:ext cx="3444492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B0D425-9AA6-1392-E717-5CA6A108C905}"/>
              </a:ext>
            </a:extLst>
          </p:cNvPr>
          <p:cNvSpPr txBox="1"/>
          <p:nvPr/>
        </p:nvSpPr>
        <p:spPr>
          <a:xfrm>
            <a:off x="685800" y="3810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MIMO Configuration</a:t>
            </a:r>
            <a:r>
              <a:rPr lang="en-IN" sz="2800" dirty="0"/>
              <a:t>:</a:t>
            </a: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C716E-034E-3B4B-3181-3BC816045A27}"/>
              </a:ext>
            </a:extLst>
          </p:cNvPr>
          <p:cNvSpPr txBox="1"/>
          <p:nvPr/>
        </p:nvSpPr>
        <p:spPr>
          <a:xfrm>
            <a:off x="762000" y="52501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(a) Structure 1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86E65-1666-A504-8239-05CF0DB68895}"/>
              </a:ext>
            </a:extLst>
          </p:cNvPr>
          <p:cNvSpPr txBox="1"/>
          <p:nvPr/>
        </p:nvSpPr>
        <p:spPr>
          <a:xfrm>
            <a:off x="5562600" y="52501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(b) Structure 2</a:t>
            </a:r>
          </a:p>
        </p:txBody>
      </p:sp>
    </p:spTree>
    <p:extLst>
      <p:ext uri="{BB962C8B-B14F-4D97-AF65-F5344CB8AC3E}">
        <p14:creationId xmlns:p14="http://schemas.microsoft.com/office/powerpoint/2010/main" val="37803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BD461-5EAA-9864-8CA1-807DDFE74E12}"/>
              </a:ext>
            </a:extLst>
          </p:cNvPr>
          <p:cNvSpPr txBox="1"/>
          <p:nvPr/>
        </p:nvSpPr>
        <p:spPr>
          <a:xfrm>
            <a:off x="1219200" y="1447800"/>
            <a:ext cx="7772400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mutual coupling between antenna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gain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antennas are expensive to fabricate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efficiency at higher frequencies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8BA62-EC25-DC0A-8D45-31DDACAAEA9F}"/>
              </a:ext>
            </a:extLst>
          </p:cNvPr>
          <p:cNvSpPr txBox="1"/>
          <p:nvPr/>
        </p:nvSpPr>
        <p:spPr>
          <a:xfrm>
            <a:off x="1828800" y="616803"/>
            <a:ext cx="586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DRAWBACKS:</a:t>
            </a:r>
            <a:b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41648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PROPOSED SYSTEM &amp; IT’S WORKING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82D25-2C07-7E04-BBE2-1E8420419A88}"/>
              </a:ext>
            </a:extLst>
          </p:cNvPr>
          <p:cNvSpPr/>
          <p:nvPr/>
        </p:nvSpPr>
        <p:spPr>
          <a:xfrm>
            <a:off x="1066800" y="1434664"/>
            <a:ext cx="1219199" cy="896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26092-26A4-D330-6DB8-23131C872BBB}"/>
              </a:ext>
            </a:extLst>
          </p:cNvPr>
          <p:cNvSpPr/>
          <p:nvPr/>
        </p:nvSpPr>
        <p:spPr>
          <a:xfrm>
            <a:off x="2763400" y="1427899"/>
            <a:ext cx="1500673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 substrate material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EF5D1-E416-B437-F78D-38A108543672}"/>
              </a:ext>
            </a:extLst>
          </p:cNvPr>
          <p:cNvSpPr/>
          <p:nvPr/>
        </p:nvSpPr>
        <p:spPr>
          <a:xfrm>
            <a:off x="4736809" y="1434665"/>
            <a:ext cx="1572208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substrate and ground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8B7EB-9884-70E6-FABC-FB8E8156E819}"/>
              </a:ext>
            </a:extLst>
          </p:cNvPr>
          <p:cNvSpPr/>
          <p:nvPr/>
        </p:nvSpPr>
        <p:spPr>
          <a:xfrm>
            <a:off x="6943531" y="1427898"/>
            <a:ext cx="1466461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patch and feedline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902D0-B9B1-B3DC-7550-6528F376F404}"/>
              </a:ext>
            </a:extLst>
          </p:cNvPr>
          <p:cNvSpPr/>
          <p:nvPr/>
        </p:nvSpPr>
        <p:spPr>
          <a:xfrm>
            <a:off x="3941570" y="3153568"/>
            <a:ext cx="1889449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Verify design model and its parameters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B732A-378D-691A-2D93-7279FA8DBA73}"/>
              </a:ext>
            </a:extLst>
          </p:cNvPr>
          <p:cNvSpPr/>
          <p:nvPr/>
        </p:nvSpPr>
        <p:spPr>
          <a:xfrm>
            <a:off x="1380409" y="3137235"/>
            <a:ext cx="169506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HFSS simulation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CF2722-02C2-188A-FA74-2ED1EAA192C5}"/>
              </a:ext>
            </a:extLst>
          </p:cNvPr>
          <p:cNvSpPr/>
          <p:nvPr/>
        </p:nvSpPr>
        <p:spPr>
          <a:xfrm>
            <a:off x="6679162" y="3026580"/>
            <a:ext cx="1905000" cy="1155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excitation and boundary 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36C1ED-41EC-0A03-217C-17780011BAD9}"/>
              </a:ext>
            </a:extLst>
          </p:cNvPr>
          <p:cNvSpPr/>
          <p:nvPr/>
        </p:nvSpPr>
        <p:spPr>
          <a:xfrm>
            <a:off x="2285999" y="1653338"/>
            <a:ext cx="472736" cy="43788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9E40A52-38C8-2897-5E81-F3E1CCA76266}"/>
              </a:ext>
            </a:extLst>
          </p:cNvPr>
          <p:cNvSpPr/>
          <p:nvPr/>
        </p:nvSpPr>
        <p:spPr>
          <a:xfrm>
            <a:off x="4267182" y="1739465"/>
            <a:ext cx="468071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72AFA4-0F5F-D664-95D8-E6956D8C7B9A}"/>
              </a:ext>
            </a:extLst>
          </p:cNvPr>
          <p:cNvSpPr/>
          <p:nvPr/>
        </p:nvSpPr>
        <p:spPr>
          <a:xfrm>
            <a:off x="6309017" y="1697596"/>
            <a:ext cx="634514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C134305-2DEC-879C-D935-191F2215723B}"/>
              </a:ext>
            </a:extLst>
          </p:cNvPr>
          <p:cNvSpPr/>
          <p:nvPr/>
        </p:nvSpPr>
        <p:spPr>
          <a:xfrm>
            <a:off x="7534080" y="2342298"/>
            <a:ext cx="304800" cy="6706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E951CF-E3BA-B704-89F5-035D38C675D4}"/>
              </a:ext>
            </a:extLst>
          </p:cNvPr>
          <p:cNvSpPr/>
          <p:nvPr/>
        </p:nvSpPr>
        <p:spPr>
          <a:xfrm flipH="1">
            <a:off x="5858814" y="3373249"/>
            <a:ext cx="815683" cy="470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364D3F-9936-A9FB-F4E4-DEBCFB743D3C}"/>
              </a:ext>
            </a:extLst>
          </p:cNvPr>
          <p:cNvSpPr/>
          <p:nvPr/>
        </p:nvSpPr>
        <p:spPr>
          <a:xfrm flipH="1">
            <a:off x="3093427" y="3429000"/>
            <a:ext cx="815683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1DC07-39F5-08CF-C69C-C5CD497CCEB8}"/>
              </a:ext>
            </a:extLst>
          </p:cNvPr>
          <p:cNvSpPr/>
          <p:nvPr/>
        </p:nvSpPr>
        <p:spPr>
          <a:xfrm>
            <a:off x="1280650" y="4584008"/>
            <a:ext cx="1789938" cy="1027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Fabrication process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972589-AB15-9232-2C73-5174D91118FE}"/>
              </a:ext>
            </a:extLst>
          </p:cNvPr>
          <p:cNvSpPr/>
          <p:nvPr/>
        </p:nvSpPr>
        <p:spPr>
          <a:xfrm>
            <a:off x="3907152" y="4657667"/>
            <a:ext cx="157845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 Testing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88B00-006C-DB62-0601-0DC85C86808B}"/>
              </a:ext>
            </a:extLst>
          </p:cNvPr>
          <p:cNvSpPr/>
          <p:nvPr/>
        </p:nvSpPr>
        <p:spPr>
          <a:xfrm>
            <a:off x="6429569" y="4483268"/>
            <a:ext cx="1980423" cy="1200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performance for WIFI/WiMAX  applications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08C07C-F607-6A24-53A6-9C69A6803632}"/>
              </a:ext>
            </a:extLst>
          </p:cNvPr>
          <p:cNvSpPr/>
          <p:nvPr/>
        </p:nvSpPr>
        <p:spPr>
          <a:xfrm>
            <a:off x="7000680" y="6076339"/>
            <a:ext cx="838200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DB451AC-3980-52A0-498F-E4A54D3A918A}"/>
              </a:ext>
            </a:extLst>
          </p:cNvPr>
          <p:cNvSpPr/>
          <p:nvPr/>
        </p:nvSpPr>
        <p:spPr>
          <a:xfrm>
            <a:off x="1878777" y="4061347"/>
            <a:ext cx="484632" cy="5032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FC4AAE-9F2C-E278-BAFB-4F678F976EBE}"/>
              </a:ext>
            </a:extLst>
          </p:cNvPr>
          <p:cNvSpPr/>
          <p:nvPr/>
        </p:nvSpPr>
        <p:spPr>
          <a:xfrm>
            <a:off x="3093427" y="4835398"/>
            <a:ext cx="790886" cy="4957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8FFA2D8-79B9-359B-C2A3-D2BB6B3363FF}"/>
              </a:ext>
            </a:extLst>
          </p:cNvPr>
          <p:cNvSpPr/>
          <p:nvPr/>
        </p:nvSpPr>
        <p:spPr>
          <a:xfrm>
            <a:off x="5508447" y="4879237"/>
            <a:ext cx="913783" cy="4615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D4A004D-2D73-3830-58AD-DC21C244F108}"/>
              </a:ext>
            </a:extLst>
          </p:cNvPr>
          <p:cNvSpPr/>
          <p:nvPr/>
        </p:nvSpPr>
        <p:spPr>
          <a:xfrm>
            <a:off x="7203599" y="5683269"/>
            <a:ext cx="416401" cy="39307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total efficiency above 85% across the resonance bandwidth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MIMO performance metrics (ECC, MEG, DG) within acceptable limits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the proposed UWB–MIMO antenna for diverse UWB wireless 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elements more symmetrically for stable polarization.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matching methods to cover more frequency range.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73" y="838200"/>
            <a:ext cx="8229600" cy="6278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Software: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High-frequency structure simulator (HFSS)Software.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Antenna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 Network Analyzer (VNA) Hardware testing.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39057" y="152400"/>
            <a:ext cx="8400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REQUIREMENTS: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size, easy to fit in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antennas improve signal quality and reliability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structure reduces interference between antennas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signal strength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because it uses FR4 material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many wireless 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229600" cy="49831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data transfer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portable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imaging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 and imaging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388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A. A. Ibrahim and M. F. Abo Sree,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Mimo Antenna with 4-element, Compact Size, High Isolation and Single Band Rejection for High-Speed Wireless Networks,” Wireless Networks 28, no. 7(2022): 3143–3155, h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C. Suresh, T. S. Reddy, B. T. P. Madhav, et al., “A Novel Design of Spike-Shaped Miniaturized 4 × 4 MIMO Antenna for Wireless UWB Network Applications Using Characteristic Mode Analysis,” Micromachines 14, no. 3 (2023): 612, https:// do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A. C. Suresh, T. S. Reddy, B. T. P. Madhav, et al., “A Novel Design of Spike-Shaped Miniaturized 4 × 4 MIMO Antenna for Wireless UWB Network Applications Using Characteristic Mode Analysis,” Micromachines 14, no. 3 (2023): 612, https:// doi.org/10.3390/mi14030612.i.org/10.3390/mi14030612.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ttps://doi.org/10.1007/ s11276-022-03019-4.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Addepalli, G. N. Kumar, C. J. Rani, et al., “A Defected Substrate 4-Element MIMO Antenna With Higher Diversity Characteristics for 5G Sub-6 GHz N77/N78 Band Applications,” Wireless Networks 31, no. 2 (2024): 1931–1947, https:// doi.org/10.1007/s11276-024-03864-5.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C.S. Anki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T.S. Reddy, and B .Madhav, “Design and Verification of an Umbrella Shaped Narrow Band-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Antenna Pair for Mimo Applications Using Characteristic Mode Analysis ,” E-Prime-Advances in Electrical Engineering, Electronics and Energy 8 (2024): 100545, https://doi.org/ 10.1016/j.prime.2024.100545.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QUERIES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947</Words>
  <Application>Microsoft Office PowerPoint</Application>
  <PresentationFormat>On-screen Show (4:3)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Times New Roman</vt:lpstr>
      <vt:lpstr>Wingdings</vt:lpstr>
      <vt:lpstr>Office Theme</vt:lpstr>
      <vt:lpstr>Four-Element UWB MIMO Antenna System With a Square Frame Decoupling Structure for Enhanced Isolation and Polarization Diversity Characteristics</vt:lpstr>
      <vt:lpstr>CONTENTS</vt:lpstr>
      <vt:lpstr>ABSTRACT</vt:lpstr>
      <vt:lpstr> EXISTING SYSTEM </vt:lpstr>
      <vt:lpstr>PowerPoint Presentation</vt:lpstr>
      <vt:lpstr>PowerPoint Presentation</vt:lpstr>
      <vt:lpstr>PowerPoint Presentation</vt:lpstr>
      <vt:lpstr> PROPOSED SYSTEM &amp; IT’S WORKING </vt:lpstr>
      <vt:lpstr>EXPECTED OUTCOMES </vt:lpstr>
      <vt:lpstr>PowerPoint Presentation</vt:lpstr>
      <vt:lpstr>ADVANTAGES  </vt:lpstr>
      <vt:lpstr>APPLICATIONS </vt:lpstr>
      <vt:lpstr>REFERENCES </vt:lpstr>
      <vt:lpstr>QUERIES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ALERTING DRIVER USING LPC 2148 AND BUS ARRIVAL TIME MONITORING SYSTEM”</dc:title>
  <dc:creator>USHARAMA</dc:creator>
  <cp:lastModifiedBy>lakshmi durga</cp:lastModifiedBy>
  <cp:revision>28</cp:revision>
  <dcterms:created xsi:type="dcterms:W3CDTF">2006-08-16T00:00:00Z</dcterms:created>
  <dcterms:modified xsi:type="dcterms:W3CDTF">2025-09-11T13:41:40Z</dcterms:modified>
</cp:coreProperties>
</file>